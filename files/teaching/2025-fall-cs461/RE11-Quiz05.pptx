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314" r:id="rId3"/>
    <p:sldId id="311" r:id="rId4"/>
    <p:sldId id="344" r:id="rId5"/>
    <p:sldId id="345" r:id="rId6"/>
    <p:sldId id="346" r:id="rId7"/>
    <p:sldId id="310" r:id="rId8"/>
    <p:sldId id="348" r:id="rId9"/>
    <p:sldId id="34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4BC9"/>
    <a:srgbClr val="0000FF"/>
    <a:srgbClr val="413A88"/>
    <a:srgbClr val="97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8ED5D6-17DB-4FE6-A625-0685D6393D1D}" v="537" dt="2025-11-24T23:12:47.9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22" autoAdjust="0"/>
    <p:restoredTop sz="94687" autoAdjust="0"/>
  </p:normalViewPr>
  <p:slideViewPr>
    <p:cSldViewPr snapToGrid="0">
      <p:cViewPr varScale="1">
        <p:scale>
          <a:sx n="105" d="100"/>
          <a:sy n="105" d="100"/>
        </p:scale>
        <p:origin x="280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ize Dong" userId="a5f59ade607e3dcb" providerId="LiveId" clId="{FFDC1BE5-C1CE-41D9-8887-3D0A03346BC9}"/>
    <pc:docChg chg="undo redo custSel addSld delSld modSld sldOrd">
      <pc:chgData name="Daize Dong" userId="a5f59ade607e3dcb" providerId="LiveId" clId="{FFDC1BE5-C1CE-41D9-8887-3D0A03346BC9}" dt="2025-11-24T23:12:55.898" v="19127" actId="1076"/>
      <pc:docMkLst>
        <pc:docMk/>
      </pc:docMkLst>
      <pc:sldChg chg="addSp delSp modSp add mod">
        <pc:chgData name="Daize Dong" userId="a5f59ade607e3dcb" providerId="LiveId" clId="{FFDC1BE5-C1CE-41D9-8887-3D0A03346BC9}" dt="2025-11-24T22:08:05.413" v="17921" actId="20577"/>
        <pc:sldMkLst>
          <pc:docMk/>
          <pc:sldMk cId="3937104148" sldId="272"/>
        </pc:sldMkLst>
        <pc:spChg chg="mod">
          <ac:chgData name="Daize Dong" userId="a5f59ade607e3dcb" providerId="LiveId" clId="{FFDC1BE5-C1CE-41D9-8887-3D0A03346BC9}" dt="2025-11-24T22:08:05.413" v="17921" actId="20577"/>
          <ac:spMkLst>
            <pc:docMk/>
            <pc:sldMk cId="3937104148" sldId="272"/>
            <ac:spMk id="3" creationId="{35C1D58F-D4AA-2E60-2738-4F1DAE802537}"/>
          </ac:spMkLst>
        </pc:spChg>
      </pc:sldChg>
      <pc:sldChg chg="addSp delSp modSp add del mod ord">
        <pc:chgData name="Daize Dong" userId="a5f59ade607e3dcb" providerId="LiveId" clId="{FFDC1BE5-C1CE-41D9-8887-3D0A03346BC9}" dt="2025-11-24T22:07:55.863" v="17915" actId="47"/>
        <pc:sldMkLst>
          <pc:docMk/>
          <pc:sldMk cId="1581673221" sldId="274"/>
        </pc:sldMkLst>
        <pc:spChg chg="mod">
          <ac:chgData name="Daize Dong" userId="a5f59ade607e3dcb" providerId="LiveId" clId="{FFDC1BE5-C1CE-41D9-8887-3D0A03346BC9}" dt="2025-11-24T21:46:59.037" v="17811" actId="20577"/>
          <ac:spMkLst>
            <pc:docMk/>
            <pc:sldMk cId="1581673221" sldId="274"/>
            <ac:spMk id="5" creationId="{4BAB7A37-0F49-4009-FBB7-94EDB1BDE261}"/>
          </ac:spMkLst>
        </pc:spChg>
      </pc:sldChg>
      <pc:sldChg chg="addSp delSp modSp add mod ord">
        <pc:chgData name="Daize Dong" userId="a5f59ade607e3dcb" providerId="LiveId" clId="{FFDC1BE5-C1CE-41D9-8887-3D0A03346BC9}" dt="2025-11-24T23:05:38.975" v="18959" actId="1076"/>
        <pc:sldMkLst>
          <pc:docMk/>
          <pc:sldMk cId="2885554354" sldId="310"/>
        </pc:sldMkLst>
        <pc:spChg chg="add del">
          <ac:chgData name="Daize Dong" userId="a5f59ade607e3dcb" providerId="LiveId" clId="{FFDC1BE5-C1CE-41D9-8887-3D0A03346BC9}" dt="2025-11-24T23:05:15.967" v="18954" actId="11529"/>
          <ac:spMkLst>
            <pc:docMk/>
            <pc:sldMk cId="2885554354" sldId="310"/>
            <ac:spMk id="2" creationId="{6029B62F-62E9-08A0-F792-99A993F1228F}"/>
          </ac:spMkLst>
        </pc:spChg>
        <pc:spChg chg="add mod">
          <ac:chgData name="Daize Dong" userId="a5f59ade607e3dcb" providerId="LiveId" clId="{FFDC1BE5-C1CE-41D9-8887-3D0A03346BC9}" dt="2025-11-24T22:34:48.071" v="18414"/>
          <ac:spMkLst>
            <pc:docMk/>
            <pc:sldMk cId="2885554354" sldId="310"/>
            <ac:spMk id="5" creationId="{441FCD18-FACE-51A6-176C-8861219A57A0}"/>
          </ac:spMkLst>
        </pc:spChg>
        <pc:spChg chg="add mod">
          <ac:chgData name="Daize Dong" userId="a5f59ade607e3dcb" providerId="LiveId" clId="{FFDC1BE5-C1CE-41D9-8887-3D0A03346BC9}" dt="2025-11-24T23:05:38.975" v="18959" actId="1076"/>
          <ac:spMkLst>
            <pc:docMk/>
            <pc:sldMk cId="2885554354" sldId="310"/>
            <ac:spMk id="7" creationId="{2B2B95F9-D7EF-8BF1-5585-325E71F6E64B}"/>
          </ac:spMkLst>
        </pc:spChg>
        <pc:spChg chg="del mod">
          <ac:chgData name="Daize Dong" userId="a5f59ade607e3dcb" providerId="LiveId" clId="{FFDC1BE5-C1CE-41D9-8887-3D0A03346BC9}" dt="2025-11-24T22:34:47.777" v="18413" actId="478"/>
          <ac:spMkLst>
            <pc:docMk/>
            <pc:sldMk cId="2885554354" sldId="310"/>
            <ac:spMk id="8" creationId="{E2234FD5-8644-AFED-69D4-D495670AA534}"/>
          </ac:spMkLst>
        </pc:spChg>
        <pc:spChg chg="add mod">
          <ac:chgData name="Daize Dong" userId="a5f59ade607e3dcb" providerId="LiveId" clId="{FFDC1BE5-C1CE-41D9-8887-3D0A03346BC9}" dt="2025-11-24T22:42:45.142" v="18466" actId="1076"/>
          <ac:spMkLst>
            <pc:docMk/>
            <pc:sldMk cId="2885554354" sldId="310"/>
            <ac:spMk id="10" creationId="{EF63FC02-9CFE-8665-B9C5-5D5D07A8AA26}"/>
          </ac:spMkLst>
        </pc:spChg>
        <pc:spChg chg="add mod">
          <ac:chgData name="Daize Dong" userId="a5f59ade607e3dcb" providerId="LiveId" clId="{FFDC1BE5-C1CE-41D9-8887-3D0A03346BC9}" dt="2025-11-24T22:42:50.144" v="18469" actId="20577"/>
          <ac:spMkLst>
            <pc:docMk/>
            <pc:sldMk cId="2885554354" sldId="310"/>
            <ac:spMk id="11" creationId="{0846BC84-84EC-434F-29B2-A131229799E4}"/>
          </ac:spMkLst>
        </pc:spChg>
        <pc:spChg chg="add del mod">
          <ac:chgData name="Daize Dong" userId="a5f59ade607e3dcb" providerId="LiveId" clId="{FFDC1BE5-C1CE-41D9-8887-3D0A03346BC9}" dt="2025-11-24T22:34:40.687" v="18411" actId="478"/>
          <ac:spMkLst>
            <pc:docMk/>
            <pc:sldMk cId="2885554354" sldId="310"/>
            <ac:spMk id="12" creationId="{FFD3791E-1EC4-DA02-1A81-A9A9F825DA12}"/>
          </ac:spMkLst>
        </pc:spChg>
        <pc:spChg chg="add mod">
          <ac:chgData name="Daize Dong" userId="a5f59ade607e3dcb" providerId="LiveId" clId="{FFDC1BE5-C1CE-41D9-8887-3D0A03346BC9}" dt="2025-11-24T22:42:58.108" v="18474" actId="1076"/>
          <ac:spMkLst>
            <pc:docMk/>
            <pc:sldMk cId="2885554354" sldId="310"/>
            <ac:spMk id="13" creationId="{4BAB961B-16E8-E3D4-F91D-DFC5E3226101}"/>
          </ac:spMkLst>
        </pc:spChg>
        <pc:picChg chg="add del mod ord">
          <ac:chgData name="Daize Dong" userId="a5f59ade607e3dcb" providerId="LiveId" clId="{FFDC1BE5-C1CE-41D9-8887-3D0A03346BC9}" dt="2025-11-24T22:34:52.743" v="18415" actId="21"/>
          <ac:picMkLst>
            <pc:docMk/>
            <pc:sldMk cId="2885554354" sldId="310"/>
            <ac:picMk id="3" creationId="{DFE0F5DF-B9F1-57A7-26CE-6EFDB823D76A}"/>
          </ac:picMkLst>
        </pc:picChg>
        <pc:picChg chg="add mod">
          <ac:chgData name="Daize Dong" userId="a5f59ade607e3dcb" providerId="LiveId" clId="{FFDC1BE5-C1CE-41D9-8887-3D0A03346BC9}" dt="2025-11-24T23:05:36.336" v="18958" actId="1076"/>
          <ac:picMkLst>
            <pc:docMk/>
            <pc:sldMk cId="2885554354" sldId="310"/>
            <ac:picMk id="4" creationId="{A05CC665-9334-A0D4-FC32-B8C4A4FB75AA}"/>
          </ac:picMkLst>
        </pc:picChg>
        <pc:cxnChg chg="add del mod">
          <ac:chgData name="Daize Dong" userId="a5f59ade607e3dcb" providerId="LiveId" clId="{FFDC1BE5-C1CE-41D9-8887-3D0A03346BC9}" dt="2025-11-24T22:42:16.313" v="18455" actId="21"/>
          <ac:cxnSpMkLst>
            <pc:docMk/>
            <pc:sldMk cId="2885554354" sldId="310"/>
            <ac:cxnSpMk id="9" creationId="{E29B63C3-8CE4-9395-E862-CA2FF91FB22C}"/>
          </ac:cxnSpMkLst>
        </pc:cxnChg>
      </pc:sldChg>
      <pc:sldChg chg="addSp delSp modSp add mod ord">
        <pc:chgData name="Daize Dong" userId="a5f59ade607e3dcb" providerId="LiveId" clId="{FFDC1BE5-C1CE-41D9-8887-3D0A03346BC9}" dt="2025-11-24T22:16:24.160" v="17978" actId="1076"/>
        <pc:sldMkLst>
          <pc:docMk/>
          <pc:sldMk cId="2571224148" sldId="311"/>
        </pc:sldMkLst>
        <pc:spChg chg="add mod">
          <ac:chgData name="Daize Dong" userId="a5f59ade607e3dcb" providerId="LiveId" clId="{FFDC1BE5-C1CE-41D9-8887-3D0A03346BC9}" dt="2025-11-24T22:16:24.160" v="17978" actId="1076"/>
          <ac:spMkLst>
            <pc:docMk/>
            <pc:sldMk cId="2571224148" sldId="311"/>
            <ac:spMk id="3" creationId="{9177B2B1-93D5-5225-9EA7-27EF7787900B}"/>
          </ac:spMkLst>
        </pc:spChg>
        <pc:spChg chg="mod">
          <ac:chgData name="Daize Dong" userId="a5f59ade607e3dcb" providerId="LiveId" clId="{FFDC1BE5-C1CE-41D9-8887-3D0A03346BC9}" dt="2025-11-24T21:57:16.041" v="17832"/>
          <ac:spMkLst>
            <pc:docMk/>
            <pc:sldMk cId="2571224148" sldId="311"/>
            <ac:spMk id="5" creationId="{FD8E79ED-B23C-AD20-C27D-F8661564C74F}"/>
          </ac:spMkLst>
        </pc:spChg>
        <pc:spChg chg="mod">
          <ac:chgData name="Daize Dong" userId="a5f59ade607e3dcb" providerId="LiveId" clId="{FFDC1BE5-C1CE-41D9-8887-3D0A03346BC9}" dt="2025-11-24T22:12:34.619" v="17945" actId="1076"/>
          <ac:spMkLst>
            <pc:docMk/>
            <pc:sldMk cId="2571224148" sldId="311"/>
            <ac:spMk id="7" creationId="{1A09772F-FDD2-5C7A-2A56-27AFE16A6448}"/>
          </ac:spMkLst>
        </pc:spChg>
        <pc:spChg chg="add del mod">
          <ac:chgData name="Daize Dong" userId="a5f59ade607e3dcb" providerId="LiveId" clId="{FFDC1BE5-C1CE-41D9-8887-3D0A03346BC9}" dt="2025-11-24T22:16:22.763" v="17977" actId="1076"/>
          <ac:spMkLst>
            <pc:docMk/>
            <pc:sldMk cId="2571224148" sldId="311"/>
            <ac:spMk id="9" creationId="{E3BA595E-43FE-731B-634C-CA5F3A4D9CCE}"/>
          </ac:spMkLst>
        </pc:spChg>
        <pc:graphicFrameChg chg="add mod">
          <ac:chgData name="Daize Dong" userId="a5f59ade607e3dcb" providerId="LiveId" clId="{FFDC1BE5-C1CE-41D9-8887-3D0A03346BC9}" dt="2025-11-24T22:02:07.740" v="17903"/>
          <ac:graphicFrameMkLst>
            <pc:docMk/>
            <pc:sldMk cId="2571224148" sldId="311"/>
            <ac:graphicFrameMk id="2" creationId="{97FB3000-8F07-3D59-7F3B-D7BEE53BDEFC}"/>
          </ac:graphicFrameMkLst>
        </pc:graphicFrameChg>
        <pc:graphicFrameChg chg="del mod modGraphic">
          <ac:chgData name="Daize Dong" userId="a5f59ade607e3dcb" providerId="LiveId" clId="{FFDC1BE5-C1CE-41D9-8887-3D0A03346BC9}" dt="2025-11-24T22:02:06.874" v="17902" actId="478"/>
          <ac:graphicFrameMkLst>
            <pc:docMk/>
            <pc:sldMk cId="2571224148" sldId="311"/>
            <ac:graphicFrameMk id="4" creationId="{9AFFCB88-2C05-76AE-C8D0-9545E9AED1CD}"/>
          </ac:graphicFrameMkLst>
        </pc:graphicFrameChg>
      </pc:sldChg>
      <pc:sldChg chg="addSp delSp modSp add mod ord">
        <pc:chgData name="Daize Dong" userId="a5f59ade607e3dcb" providerId="LiveId" clId="{FFDC1BE5-C1CE-41D9-8887-3D0A03346BC9}" dt="2025-11-24T22:40:48.460" v="18452" actId="1076"/>
        <pc:sldMkLst>
          <pc:docMk/>
          <pc:sldMk cId="3446138467" sldId="314"/>
        </pc:sldMkLst>
        <pc:spChg chg="mod">
          <ac:chgData name="Daize Dong" userId="a5f59ade607e3dcb" providerId="LiveId" clId="{FFDC1BE5-C1CE-41D9-8887-3D0A03346BC9}" dt="2025-11-24T22:11:59.944" v="17937" actId="1076"/>
          <ac:spMkLst>
            <pc:docMk/>
            <pc:sldMk cId="3446138467" sldId="314"/>
            <ac:spMk id="2" creationId="{A909F160-7DFF-E31E-B459-436F9BC3B8CA}"/>
          </ac:spMkLst>
        </pc:spChg>
        <pc:spChg chg="mod">
          <ac:chgData name="Daize Dong" userId="a5f59ade607e3dcb" providerId="LiveId" clId="{FFDC1BE5-C1CE-41D9-8887-3D0A03346BC9}" dt="2025-11-24T21:55:54.967" v="17815" actId="20577"/>
          <ac:spMkLst>
            <pc:docMk/>
            <pc:sldMk cId="3446138467" sldId="314"/>
            <ac:spMk id="3" creationId="{6BAB5F28-D0B0-A985-526F-76CDF1DCF2DF}"/>
          </ac:spMkLst>
        </pc:spChg>
        <pc:spChg chg="del mod">
          <ac:chgData name="Daize Dong" userId="a5f59ade607e3dcb" providerId="LiveId" clId="{FFDC1BE5-C1CE-41D9-8887-3D0A03346BC9}" dt="2025-11-24T22:11:48.830" v="17934" actId="478"/>
          <ac:spMkLst>
            <pc:docMk/>
            <pc:sldMk cId="3446138467" sldId="314"/>
            <ac:spMk id="11" creationId="{1ACA367C-C87B-2E84-D73E-D9D19633BE82}"/>
          </ac:spMkLst>
        </pc:spChg>
        <pc:graphicFrameChg chg="modGraphic">
          <ac:chgData name="Daize Dong" userId="a5f59ade607e3dcb" providerId="LiveId" clId="{FFDC1BE5-C1CE-41D9-8887-3D0A03346BC9}" dt="2025-11-24T22:00:00.492" v="17898" actId="20577"/>
          <ac:graphicFrameMkLst>
            <pc:docMk/>
            <pc:sldMk cId="3446138467" sldId="314"/>
            <ac:graphicFrameMk id="6" creationId="{219E2ED8-6D88-516F-CA47-5B54BF51BCCA}"/>
          </ac:graphicFrameMkLst>
        </pc:graphicFrameChg>
        <pc:picChg chg="add del mod">
          <ac:chgData name="Daize Dong" userId="a5f59ade607e3dcb" providerId="LiveId" clId="{FFDC1BE5-C1CE-41D9-8887-3D0A03346BC9}" dt="2025-11-24T22:40:36.348" v="18448" actId="478"/>
          <ac:picMkLst>
            <pc:docMk/>
            <pc:sldMk cId="3446138467" sldId="314"/>
            <ac:picMk id="5" creationId="{A9B97080-15D6-8F0F-721E-01919CE92A36}"/>
          </ac:picMkLst>
        </pc:picChg>
        <pc:picChg chg="add del">
          <ac:chgData name="Daize Dong" userId="a5f59ade607e3dcb" providerId="LiveId" clId="{FFDC1BE5-C1CE-41D9-8887-3D0A03346BC9}" dt="2025-11-24T22:40:35.575" v="18447" actId="22"/>
          <ac:picMkLst>
            <pc:docMk/>
            <pc:sldMk cId="3446138467" sldId="314"/>
            <ac:picMk id="7" creationId="{29219A11-A50A-CB66-798E-FE147CF0DFBE}"/>
          </ac:picMkLst>
        </pc:picChg>
        <pc:picChg chg="add mod">
          <ac:chgData name="Daize Dong" userId="a5f59ade607e3dcb" providerId="LiveId" clId="{FFDC1BE5-C1CE-41D9-8887-3D0A03346BC9}" dt="2025-11-24T22:40:48.460" v="18452" actId="1076"/>
          <ac:picMkLst>
            <pc:docMk/>
            <pc:sldMk cId="3446138467" sldId="314"/>
            <ac:picMk id="9" creationId="{C8BE876D-823C-699F-4888-59E443DFCB8F}"/>
          </ac:picMkLst>
        </pc:picChg>
      </pc:sldChg>
      <pc:sldChg chg="addSp delSp modSp add mod ord">
        <pc:chgData name="Daize Dong" userId="a5f59ade607e3dcb" providerId="LiveId" clId="{FFDC1BE5-C1CE-41D9-8887-3D0A03346BC9}" dt="2025-11-24T22:34:14.805" v="18410" actId="1076"/>
        <pc:sldMkLst>
          <pc:docMk/>
          <pc:sldMk cId="3014023908" sldId="344"/>
        </pc:sldMkLst>
        <pc:spChg chg="mod">
          <ac:chgData name="Daize Dong" userId="a5f59ade607e3dcb" providerId="LiveId" clId="{FFDC1BE5-C1CE-41D9-8887-3D0A03346BC9}" dt="2025-11-24T22:34:14.805" v="18410" actId="1076"/>
          <ac:spMkLst>
            <pc:docMk/>
            <pc:sldMk cId="3014023908" sldId="344"/>
            <ac:spMk id="2" creationId="{296FE505-D5BC-B0C2-64BC-1AB71DCE47F6}"/>
          </ac:spMkLst>
        </pc:spChg>
        <pc:spChg chg="add del mod">
          <ac:chgData name="Daize Dong" userId="a5f59ade607e3dcb" providerId="LiveId" clId="{FFDC1BE5-C1CE-41D9-8887-3D0A03346BC9}" dt="2025-11-24T22:18:19.926" v="17979" actId="478"/>
          <ac:spMkLst>
            <pc:docMk/>
            <pc:sldMk cId="3014023908" sldId="344"/>
            <ac:spMk id="4" creationId="{286EC180-2DB1-ED90-679F-4B0CE888FA6E}"/>
          </ac:spMkLst>
        </pc:spChg>
        <pc:spChg chg="mod">
          <ac:chgData name="Daize Dong" userId="a5f59ade607e3dcb" providerId="LiveId" clId="{FFDC1BE5-C1CE-41D9-8887-3D0A03346BC9}" dt="2025-11-24T21:57:17.170" v="17833"/>
          <ac:spMkLst>
            <pc:docMk/>
            <pc:sldMk cId="3014023908" sldId="344"/>
            <ac:spMk id="5" creationId="{6F8F6B41-2C39-502A-4F2C-E0700536F941}"/>
          </ac:spMkLst>
        </pc:spChg>
        <pc:spChg chg="add mod">
          <ac:chgData name="Daize Dong" userId="a5f59ade607e3dcb" providerId="LiveId" clId="{FFDC1BE5-C1CE-41D9-8887-3D0A03346BC9}" dt="2025-11-24T22:34:14.805" v="18410" actId="1076"/>
          <ac:spMkLst>
            <pc:docMk/>
            <pc:sldMk cId="3014023908" sldId="344"/>
            <ac:spMk id="12" creationId="{3AC2FE88-BDFE-03D5-6410-960063223F86}"/>
          </ac:spMkLst>
        </pc:spChg>
        <pc:spChg chg="add mod">
          <ac:chgData name="Daize Dong" userId="a5f59ade607e3dcb" providerId="LiveId" clId="{FFDC1BE5-C1CE-41D9-8887-3D0A03346BC9}" dt="2025-11-24T22:34:14.805" v="18410" actId="1076"/>
          <ac:spMkLst>
            <pc:docMk/>
            <pc:sldMk cId="3014023908" sldId="344"/>
            <ac:spMk id="13" creationId="{705BD29F-A23C-AF84-5BA8-21C63C1FF087}"/>
          </ac:spMkLst>
        </pc:spChg>
        <pc:graphicFrameChg chg="add mod">
          <ac:chgData name="Daize Dong" userId="a5f59ade607e3dcb" providerId="LiveId" clId="{FFDC1BE5-C1CE-41D9-8887-3D0A03346BC9}" dt="2025-11-24T22:02:09.926" v="17905"/>
          <ac:graphicFrameMkLst>
            <pc:docMk/>
            <pc:sldMk cId="3014023908" sldId="344"/>
            <ac:graphicFrameMk id="3" creationId="{CDC4DB48-6A56-CF45-01E8-231F66D7F3C9}"/>
          </ac:graphicFrameMkLst>
        </pc:graphicFrameChg>
        <pc:graphicFrameChg chg="del modGraphic">
          <ac:chgData name="Daize Dong" userId="a5f59ade607e3dcb" providerId="LiveId" clId="{FFDC1BE5-C1CE-41D9-8887-3D0A03346BC9}" dt="2025-11-24T22:02:09.691" v="17904" actId="478"/>
          <ac:graphicFrameMkLst>
            <pc:docMk/>
            <pc:sldMk cId="3014023908" sldId="344"/>
            <ac:graphicFrameMk id="8" creationId="{35D6DD70-2370-ACE0-B22E-643C4524C32A}"/>
          </ac:graphicFrameMkLst>
        </pc:graphicFrameChg>
        <pc:picChg chg="add del mod">
          <ac:chgData name="Daize Dong" userId="a5f59ade607e3dcb" providerId="LiveId" clId="{FFDC1BE5-C1CE-41D9-8887-3D0A03346BC9}" dt="2025-11-24T22:18:27.981" v="17984" actId="21"/>
          <ac:picMkLst>
            <pc:docMk/>
            <pc:sldMk cId="3014023908" sldId="344"/>
            <ac:picMk id="7" creationId="{5E028984-1BEB-73ED-2F56-C1BC1C14C055}"/>
          </ac:picMkLst>
        </pc:picChg>
        <pc:picChg chg="add mod">
          <ac:chgData name="Daize Dong" userId="a5f59ade607e3dcb" providerId="LiveId" clId="{FFDC1BE5-C1CE-41D9-8887-3D0A03346BC9}" dt="2025-11-24T22:21:04.748" v="18003" actId="1076"/>
          <ac:picMkLst>
            <pc:docMk/>
            <pc:sldMk cId="3014023908" sldId="344"/>
            <ac:picMk id="10" creationId="{E69E8292-5F84-BCDA-0035-5385BC288FCC}"/>
          </ac:picMkLst>
        </pc:picChg>
      </pc:sldChg>
      <pc:sldChg chg="addSp delSp modSp add mod ord">
        <pc:chgData name="Daize Dong" userId="a5f59ade607e3dcb" providerId="LiveId" clId="{FFDC1BE5-C1CE-41D9-8887-3D0A03346BC9}" dt="2025-11-24T22:34:02.146" v="18408" actId="1076"/>
        <pc:sldMkLst>
          <pc:docMk/>
          <pc:sldMk cId="2162400396" sldId="345"/>
        </pc:sldMkLst>
        <pc:spChg chg="mod">
          <ac:chgData name="Daize Dong" userId="a5f59ade607e3dcb" providerId="LiveId" clId="{FFDC1BE5-C1CE-41D9-8887-3D0A03346BC9}" dt="2025-11-24T22:33:51.467" v="18404" actId="1076"/>
          <ac:spMkLst>
            <pc:docMk/>
            <pc:sldMk cId="2162400396" sldId="345"/>
            <ac:spMk id="2" creationId="{2981F756-3358-677A-21BE-BD722952138F}"/>
          </ac:spMkLst>
        </pc:spChg>
        <pc:spChg chg="mod">
          <ac:chgData name="Daize Dong" userId="a5f59ade607e3dcb" providerId="LiveId" clId="{FFDC1BE5-C1CE-41D9-8887-3D0A03346BC9}" dt="2025-11-24T21:57:18.856" v="17834"/>
          <ac:spMkLst>
            <pc:docMk/>
            <pc:sldMk cId="2162400396" sldId="345"/>
            <ac:spMk id="5" creationId="{B77C15DA-73E9-4F04-B5CF-0C3315770249}"/>
          </ac:spMkLst>
        </pc:spChg>
        <pc:spChg chg="mod">
          <ac:chgData name="Daize Dong" userId="a5f59ade607e3dcb" providerId="LiveId" clId="{FFDC1BE5-C1CE-41D9-8887-3D0A03346BC9}" dt="2025-11-24T22:33:56.863" v="18406" actId="1076"/>
          <ac:spMkLst>
            <pc:docMk/>
            <pc:sldMk cId="2162400396" sldId="345"/>
            <ac:spMk id="6" creationId="{BD3F0278-4A7C-B004-2ED7-D0605623A878}"/>
          </ac:spMkLst>
        </pc:spChg>
        <pc:spChg chg="del mod">
          <ac:chgData name="Daize Dong" userId="a5f59ade607e3dcb" providerId="LiveId" clId="{FFDC1BE5-C1CE-41D9-8887-3D0A03346BC9}" dt="2025-11-24T21:57:44.105" v="17844" actId="21"/>
          <ac:spMkLst>
            <pc:docMk/>
            <pc:sldMk cId="2162400396" sldId="345"/>
            <ac:spMk id="7" creationId="{2FD71B55-FFBE-06BE-4A67-790A5AF42857}"/>
          </ac:spMkLst>
        </pc:spChg>
        <pc:spChg chg="add del mod">
          <ac:chgData name="Daize Dong" userId="a5f59ade607e3dcb" providerId="LiveId" clId="{FFDC1BE5-C1CE-41D9-8887-3D0A03346BC9}" dt="2025-11-24T22:28:19.922" v="18213" actId="21"/>
          <ac:spMkLst>
            <pc:docMk/>
            <pc:sldMk cId="2162400396" sldId="345"/>
            <ac:spMk id="8" creationId="{F7E521B5-92B1-4416-CE93-1383F741F95F}"/>
          </ac:spMkLst>
        </pc:spChg>
        <pc:spChg chg="add del mod">
          <ac:chgData name="Daize Dong" userId="a5f59ade607e3dcb" providerId="LiveId" clId="{FFDC1BE5-C1CE-41D9-8887-3D0A03346BC9}" dt="2025-11-24T21:57:44.105" v="17844" actId="21"/>
          <ac:spMkLst>
            <pc:docMk/>
            <pc:sldMk cId="2162400396" sldId="345"/>
            <ac:spMk id="9" creationId="{3878CE15-1063-880F-794B-B7FADA0D6F8A}"/>
          </ac:spMkLst>
        </pc:spChg>
        <pc:spChg chg="add mod">
          <ac:chgData name="Daize Dong" userId="a5f59ade607e3dcb" providerId="LiveId" clId="{FFDC1BE5-C1CE-41D9-8887-3D0A03346BC9}" dt="2025-11-24T22:33:58.684" v="18407" actId="1076"/>
          <ac:spMkLst>
            <pc:docMk/>
            <pc:sldMk cId="2162400396" sldId="345"/>
            <ac:spMk id="10" creationId="{2D14F47E-A594-9EDD-C201-A47D1FE29935}"/>
          </ac:spMkLst>
        </pc:spChg>
        <pc:spChg chg="add mod">
          <ac:chgData name="Daize Dong" userId="a5f59ade607e3dcb" providerId="LiveId" clId="{FFDC1BE5-C1CE-41D9-8887-3D0A03346BC9}" dt="2025-11-24T22:34:02.146" v="18408" actId="1076"/>
          <ac:spMkLst>
            <pc:docMk/>
            <pc:sldMk cId="2162400396" sldId="345"/>
            <ac:spMk id="11" creationId="{485FA0E0-18D3-9D3F-B213-2AD35060731F}"/>
          </ac:spMkLst>
        </pc:spChg>
        <pc:graphicFrameChg chg="add mod">
          <ac:chgData name="Daize Dong" userId="a5f59ade607e3dcb" providerId="LiveId" clId="{FFDC1BE5-C1CE-41D9-8887-3D0A03346BC9}" dt="2025-11-24T22:02:12.475" v="17907"/>
          <ac:graphicFrameMkLst>
            <pc:docMk/>
            <pc:sldMk cId="2162400396" sldId="345"/>
            <ac:graphicFrameMk id="3" creationId="{7276BFC6-48F7-8EB5-1106-CAA17A63CD9E}"/>
          </ac:graphicFrameMkLst>
        </pc:graphicFrameChg>
        <pc:graphicFrameChg chg="del modGraphic">
          <ac:chgData name="Daize Dong" userId="a5f59ade607e3dcb" providerId="LiveId" clId="{FFDC1BE5-C1CE-41D9-8887-3D0A03346BC9}" dt="2025-11-24T22:02:12.204" v="17906" actId="478"/>
          <ac:graphicFrameMkLst>
            <pc:docMk/>
            <pc:sldMk cId="2162400396" sldId="345"/>
            <ac:graphicFrameMk id="4" creationId="{95B26651-5AE1-7024-0BA4-3953B3406476}"/>
          </ac:graphicFrameMkLst>
        </pc:graphicFrameChg>
      </pc:sldChg>
      <pc:sldChg chg="addSp delSp modSp add mod ord">
        <pc:chgData name="Daize Dong" userId="a5f59ade607e3dcb" providerId="LiveId" clId="{FFDC1BE5-C1CE-41D9-8887-3D0A03346BC9}" dt="2025-11-24T22:33:43.227" v="18403" actId="21"/>
        <pc:sldMkLst>
          <pc:docMk/>
          <pc:sldMk cId="3637758853" sldId="346"/>
        </pc:sldMkLst>
        <pc:spChg chg="mod">
          <ac:chgData name="Daize Dong" userId="a5f59ade607e3dcb" providerId="LiveId" clId="{FFDC1BE5-C1CE-41D9-8887-3D0A03346BC9}" dt="2025-11-24T22:02:57.051" v="17914" actId="1076"/>
          <ac:spMkLst>
            <pc:docMk/>
            <pc:sldMk cId="3637758853" sldId="346"/>
            <ac:spMk id="2" creationId="{52DE8D12-A31A-F6AE-0C96-017E1C77079B}"/>
          </ac:spMkLst>
        </pc:spChg>
        <pc:spChg chg="add del mod">
          <ac:chgData name="Daize Dong" userId="a5f59ade607e3dcb" providerId="LiveId" clId="{FFDC1BE5-C1CE-41D9-8887-3D0A03346BC9}" dt="2025-11-24T21:57:55.742" v="17847" actId="21"/>
          <ac:spMkLst>
            <pc:docMk/>
            <pc:sldMk cId="3637758853" sldId="346"/>
            <ac:spMk id="3" creationId="{16CB0591-39E1-7521-7F42-18A367634D3C}"/>
          </ac:spMkLst>
        </pc:spChg>
        <pc:spChg chg="mod">
          <ac:chgData name="Daize Dong" userId="a5f59ade607e3dcb" providerId="LiveId" clId="{FFDC1BE5-C1CE-41D9-8887-3D0A03346BC9}" dt="2025-11-24T21:57:20.761" v="17835"/>
          <ac:spMkLst>
            <pc:docMk/>
            <pc:sldMk cId="3637758853" sldId="346"/>
            <ac:spMk id="4" creationId="{B597CA54-C918-990B-58C5-3152CC8D9C1C}"/>
          </ac:spMkLst>
        </pc:spChg>
        <pc:spChg chg="del mod">
          <ac:chgData name="Daize Dong" userId="a5f59ade607e3dcb" providerId="LiveId" clId="{FFDC1BE5-C1CE-41D9-8887-3D0A03346BC9}" dt="2025-11-24T22:33:43.227" v="18403" actId="21"/>
          <ac:spMkLst>
            <pc:docMk/>
            <pc:sldMk cId="3637758853" sldId="346"/>
            <ac:spMk id="7" creationId="{83002E74-E71A-A97B-ABE1-53BB72A4EB35}"/>
          </ac:spMkLst>
        </pc:spChg>
        <pc:spChg chg="del mod">
          <ac:chgData name="Daize Dong" userId="a5f59ade607e3dcb" providerId="LiveId" clId="{FFDC1BE5-C1CE-41D9-8887-3D0A03346BC9}" dt="2025-11-24T21:57:55.742" v="17847" actId="21"/>
          <ac:spMkLst>
            <pc:docMk/>
            <pc:sldMk cId="3637758853" sldId="346"/>
            <ac:spMk id="8" creationId="{E5149F7E-0FF9-0196-DD84-571835945C6C}"/>
          </ac:spMkLst>
        </pc:spChg>
        <pc:spChg chg="add mod">
          <ac:chgData name="Daize Dong" userId="a5f59ade607e3dcb" providerId="LiveId" clId="{FFDC1BE5-C1CE-41D9-8887-3D0A03346BC9}" dt="2025-11-24T22:31:38.041" v="18328" actId="1076"/>
          <ac:spMkLst>
            <pc:docMk/>
            <pc:sldMk cId="3637758853" sldId="346"/>
            <ac:spMk id="9" creationId="{E9438724-370E-C928-AA6C-1A1AA10F29DC}"/>
          </ac:spMkLst>
        </pc:spChg>
        <pc:spChg chg="add mod">
          <ac:chgData name="Daize Dong" userId="a5f59ade607e3dcb" providerId="LiveId" clId="{FFDC1BE5-C1CE-41D9-8887-3D0A03346BC9}" dt="2025-11-24T22:33:08.470" v="18395" actId="20577"/>
          <ac:spMkLst>
            <pc:docMk/>
            <pc:sldMk cId="3637758853" sldId="346"/>
            <ac:spMk id="10" creationId="{14EA8E40-EAD9-7AA4-DE0F-BA9702E94454}"/>
          </ac:spMkLst>
        </pc:spChg>
        <pc:spChg chg="add mod">
          <ac:chgData name="Daize Dong" userId="a5f59ade607e3dcb" providerId="LiveId" clId="{FFDC1BE5-C1CE-41D9-8887-3D0A03346BC9}" dt="2025-11-24T22:33:42.067" v="18402" actId="1076"/>
          <ac:spMkLst>
            <pc:docMk/>
            <pc:sldMk cId="3637758853" sldId="346"/>
            <ac:spMk id="11" creationId="{40460520-B972-A67E-FBEF-4D65DC8BA937}"/>
          </ac:spMkLst>
        </pc:spChg>
        <pc:graphicFrameChg chg="del modGraphic">
          <ac:chgData name="Daize Dong" userId="a5f59ade607e3dcb" providerId="LiveId" clId="{FFDC1BE5-C1CE-41D9-8887-3D0A03346BC9}" dt="2025-11-24T22:02:14.942" v="17908" actId="478"/>
          <ac:graphicFrameMkLst>
            <pc:docMk/>
            <pc:sldMk cId="3637758853" sldId="346"/>
            <ac:graphicFrameMk id="5" creationId="{1CAEE000-267F-57ED-6BC8-7E69E49BB516}"/>
          </ac:graphicFrameMkLst>
        </pc:graphicFrameChg>
        <pc:graphicFrameChg chg="add mod">
          <ac:chgData name="Daize Dong" userId="a5f59ade607e3dcb" providerId="LiveId" clId="{FFDC1BE5-C1CE-41D9-8887-3D0A03346BC9}" dt="2025-11-24T22:02:15.236" v="17909"/>
          <ac:graphicFrameMkLst>
            <pc:docMk/>
            <pc:sldMk cId="3637758853" sldId="346"/>
            <ac:graphicFrameMk id="6" creationId="{DA2CD45A-B82A-D4A7-721A-27107EA548A9}"/>
          </ac:graphicFrameMkLst>
        </pc:graphicFrameChg>
      </pc:sldChg>
      <pc:sldChg chg="addSp delSp modSp new mod">
        <pc:chgData name="Daize Dong" userId="a5f59ade607e3dcb" providerId="LiveId" clId="{FFDC1BE5-C1CE-41D9-8887-3D0A03346BC9}" dt="2025-11-24T23:12:55.898" v="19127" actId="1076"/>
        <pc:sldMkLst>
          <pc:docMk/>
          <pc:sldMk cId="2267741605" sldId="347"/>
        </pc:sldMkLst>
        <pc:spChg chg="del">
          <ac:chgData name="Daize Dong" userId="a5f59ade607e3dcb" providerId="LiveId" clId="{FFDC1BE5-C1CE-41D9-8887-3D0A03346BC9}" dt="2025-11-24T22:39:04.902" v="18442" actId="478"/>
          <ac:spMkLst>
            <pc:docMk/>
            <pc:sldMk cId="2267741605" sldId="347"/>
            <ac:spMk id="2" creationId="{EA2324F2-48FA-4014-48E6-88CA305DCB32}"/>
          </ac:spMkLst>
        </pc:spChg>
        <pc:spChg chg="del">
          <ac:chgData name="Daize Dong" userId="a5f59ade607e3dcb" providerId="LiveId" clId="{FFDC1BE5-C1CE-41D9-8887-3D0A03346BC9}" dt="2025-11-24T22:39:04.902" v="18442" actId="478"/>
          <ac:spMkLst>
            <pc:docMk/>
            <pc:sldMk cId="2267741605" sldId="347"/>
            <ac:spMk id="3" creationId="{1BF0DD14-2299-3482-97ED-5B10CFE6ED97}"/>
          </ac:spMkLst>
        </pc:spChg>
        <pc:spChg chg="add del">
          <ac:chgData name="Daize Dong" userId="a5f59ade607e3dcb" providerId="LiveId" clId="{FFDC1BE5-C1CE-41D9-8887-3D0A03346BC9}" dt="2025-11-24T23:03:17.320" v="18927" actId="22"/>
          <ac:spMkLst>
            <pc:docMk/>
            <pc:sldMk cId="2267741605" sldId="347"/>
            <ac:spMk id="3" creationId="{D349F0CF-E97C-3F08-BEE2-2D7F027885FA}"/>
          </ac:spMkLst>
        </pc:spChg>
        <pc:spChg chg="add mod">
          <ac:chgData name="Daize Dong" userId="a5f59ade607e3dcb" providerId="LiveId" clId="{FFDC1BE5-C1CE-41D9-8887-3D0A03346BC9}" dt="2025-11-24T22:39:16.510" v="18445"/>
          <ac:spMkLst>
            <pc:docMk/>
            <pc:sldMk cId="2267741605" sldId="347"/>
            <ac:spMk id="6" creationId="{FAE2CA56-5042-5A39-13A1-A9138260F0B3}"/>
          </ac:spMkLst>
        </pc:spChg>
        <pc:spChg chg="mod">
          <ac:chgData name="Daize Dong" userId="a5f59ade607e3dcb" providerId="LiveId" clId="{FFDC1BE5-C1CE-41D9-8887-3D0A03346BC9}" dt="2025-11-24T23:03:19.999" v="18928"/>
          <ac:spMkLst>
            <pc:docMk/>
            <pc:sldMk cId="2267741605" sldId="347"/>
            <ac:spMk id="8" creationId="{9A8314D3-9842-FACB-50E1-F834829FC0C4}"/>
          </ac:spMkLst>
        </pc:spChg>
        <pc:spChg chg="mod">
          <ac:chgData name="Daize Dong" userId="a5f59ade607e3dcb" providerId="LiveId" clId="{FFDC1BE5-C1CE-41D9-8887-3D0A03346BC9}" dt="2025-11-24T23:03:19.999" v="18928"/>
          <ac:spMkLst>
            <pc:docMk/>
            <pc:sldMk cId="2267741605" sldId="347"/>
            <ac:spMk id="9" creationId="{6A268A9B-01A2-C4C0-D9FB-5D35875C3346}"/>
          </ac:spMkLst>
        </pc:spChg>
        <pc:spChg chg="mod">
          <ac:chgData name="Daize Dong" userId="a5f59ade607e3dcb" providerId="LiveId" clId="{FFDC1BE5-C1CE-41D9-8887-3D0A03346BC9}" dt="2025-11-24T23:03:19.999" v="18928"/>
          <ac:spMkLst>
            <pc:docMk/>
            <pc:sldMk cId="2267741605" sldId="347"/>
            <ac:spMk id="10" creationId="{BB18BC1C-63C6-20C2-B9FD-0D116181F9E8}"/>
          </ac:spMkLst>
        </pc:spChg>
        <pc:spChg chg="add mod">
          <ac:chgData name="Daize Dong" userId="a5f59ade607e3dcb" providerId="LiveId" clId="{FFDC1BE5-C1CE-41D9-8887-3D0A03346BC9}" dt="2025-11-24T23:04:04.235" v="18930"/>
          <ac:spMkLst>
            <pc:docMk/>
            <pc:sldMk cId="2267741605" sldId="347"/>
            <ac:spMk id="12" creationId="{BBE5C281-AA90-BEB3-35ED-8C4DE612EAA5}"/>
          </ac:spMkLst>
        </pc:spChg>
        <pc:spChg chg="add mod">
          <ac:chgData name="Daize Dong" userId="a5f59ade607e3dcb" providerId="LiveId" clId="{FFDC1BE5-C1CE-41D9-8887-3D0A03346BC9}" dt="2025-11-24T23:04:04.235" v="18930"/>
          <ac:spMkLst>
            <pc:docMk/>
            <pc:sldMk cId="2267741605" sldId="347"/>
            <ac:spMk id="14" creationId="{49463A92-DC96-59FA-FAE3-6EFD21B86BBD}"/>
          </ac:spMkLst>
        </pc:spChg>
        <pc:spChg chg="add mod">
          <ac:chgData name="Daize Dong" userId="a5f59ade607e3dcb" providerId="LiveId" clId="{FFDC1BE5-C1CE-41D9-8887-3D0A03346BC9}" dt="2025-11-24T23:04:04.235" v="18930"/>
          <ac:spMkLst>
            <pc:docMk/>
            <pc:sldMk cId="2267741605" sldId="347"/>
            <ac:spMk id="15" creationId="{6F73C497-C285-4D5B-171A-E25A2D2D2879}"/>
          </ac:spMkLst>
        </pc:spChg>
        <pc:spChg chg="add mod">
          <ac:chgData name="Daize Dong" userId="a5f59ade607e3dcb" providerId="LiveId" clId="{FFDC1BE5-C1CE-41D9-8887-3D0A03346BC9}" dt="2025-11-24T23:04:04.235" v="18930"/>
          <ac:spMkLst>
            <pc:docMk/>
            <pc:sldMk cId="2267741605" sldId="347"/>
            <ac:spMk id="16" creationId="{9E15D20B-70E4-DB31-7BE9-6821F1FA8C0E}"/>
          </ac:spMkLst>
        </pc:spChg>
        <pc:spChg chg="add mod">
          <ac:chgData name="Daize Dong" userId="a5f59ade607e3dcb" providerId="LiveId" clId="{FFDC1BE5-C1CE-41D9-8887-3D0A03346BC9}" dt="2025-11-24T23:04:04.235" v="18930"/>
          <ac:spMkLst>
            <pc:docMk/>
            <pc:sldMk cId="2267741605" sldId="347"/>
            <ac:spMk id="17" creationId="{F59297E6-AC08-5413-9567-DDFF33CF926D}"/>
          </ac:spMkLst>
        </pc:spChg>
        <pc:spChg chg="add mod">
          <ac:chgData name="Daize Dong" userId="a5f59ade607e3dcb" providerId="LiveId" clId="{FFDC1BE5-C1CE-41D9-8887-3D0A03346BC9}" dt="2025-11-24T23:12:50.392" v="19126" actId="1076"/>
          <ac:spMkLst>
            <pc:docMk/>
            <pc:sldMk cId="2267741605" sldId="347"/>
            <ac:spMk id="19" creationId="{7A685EED-029F-5C76-21F6-93C1C9B6470B}"/>
          </ac:spMkLst>
        </pc:spChg>
        <pc:spChg chg="add mod">
          <ac:chgData name="Daize Dong" userId="a5f59ade607e3dcb" providerId="LiveId" clId="{FFDC1BE5-C1CE-41D9-8887-3D0A03346BC9}" dt="2025-11-24T23:08:10.452" v="19033" actId="1076"/>
          <ac:spMkLst>
            <pc:docMk/>
            <pc:sldMk cId="2267741605" sldId="347"/>
            <ac:spMk id="21" creationId="{22ED433C-DC84-1CF9-3F4F-50ADEF88FB8D}"/>
          </ac:spMkLst>
        </pc:spChg>
        <pc:spChg chg="add mod">
          <ac:chgData name="Daize Dong" userId="a5f59ade607e3dcb" providerId="LiveId" clId="{FFDC1BE5-C1CE-41D9-8887-3D0A03346BC9}" dt="2025-11-24T23:08:07.341" v="19031"/>
          <ac:spMkLst>
            <pc:docMk/>
            <pc:sldMk cId="2267741605" sldId="347"/>
            <ac:spMk id="22" creationId="{FC0D6DA5-B97E-41F2-F081-509F0487C0BB}"/>
          </ac:spMkLst>
        </pc:spChg>
        <pc:spChg chg="add mod">
          <ac:chgData name="Daize Dong" userId="a5f59ade607e3dcb" providerId="LiveId" clId="{FFDC1BE5-C1CE-41D9-8887-3D0A03346BC9}" dt="2025-11-24T23:08:13.966" v="19037"/>
          <ac:spMkLst>
            <pc:docMk/>
            <pc:sldMk cId="2267741605" sldId="347"/>
            <ac:spMk id="23" creationId="{E762C3CE-0E7F-B482-8F68-44B09D162704}"/>
          </ac:spMkLst>
        </pc:spChg>
        <pc:grpChg chg="add mod">
          <ac:chgData name="Daize Dong" userId="a5f59ade607e3dcb" providerId="LiveId" clId="{FFDC1BE5-C1CE-41D9-8887-3D0A03346BC9}" dt="2025-11-24T23:04:21.544" v="18935" actId="1076"/>
          <ac:grpSpMkLst>
            <pc:docMk/>
            <pc:sldMk cId="2267741605" sldId="347"/>
            <ac:grpSpMk id="4" creationId="{2A16E934-89F2-90C1-6239-B4FEEA448D4F}"/>
          </ac:grpSpMkLst>
        </pc:grpChg>
        <pc:picChg chg="add mod">
          <ac:chgData name="Daize Dong" userId="a5f59ade607e3dcb" providerId="LiveId" clId="{FFDC1BE5-C1CE-41D9-8887-3D0A03346BC9}" dt="2025-11-24T23:12:55.898" v="19127" actId="1076"/>
          <ac:picMkLst>
            <pc:docMk/>
            <pc:sldMk cId="2267741605" sldId="347"/>
            <ac:picMk id="5" creationId="{1D0018A1-563A-CAF3-3B76-4FD0B85F3A10}"/>
          </ac:picMkLst>
        </pc:picChg>
        <pc:picChg chg="mod">
          <ac:chgData name="Daize Dong" userId="a5f59ade607e3dcb" providerId="LiveId" clId="{FFDC1BE5-C1CE-41D9-8887-3D0A03346BC9}" dt="2025-11-24T23:03:19.999" v="18928"/>
          <ac:picMkLst>
            <pc:docMk/>
            <pc:sldMk cId="2267741605" sldId="347"/>
            <ac:picMk id="7" creationId="{7BE1574F-F6B9-1061-A21A-4B405429133E}"/>
          </ac:picMkLst>
        </pc:picChg>
        <pc:picChg chg="add mod">
          <ac:chgData name="Daize Dong" userId="a5f59ade607e3dcb" providerId="LiveId" clId="{FFDC1BE5-C1CE-41D9-8887-3D0A03346BC9}" dt="2025-11-24T23:03:22.328" v="18929" actId="1076"/>
          <ac:picMkLst>
            <pc:docMk/>
            <pc:sldMk cId="2267741605" sldId="347"/>
            <ac:picMk id="11" creationId="{BCBD935B-FE8E-C2BF-BB89-12CA8D903606}"/>
          </ac:picMkLst>
        </pc:picChg>
        <pc:cxnChg chg="add mod">
          <ac:chgData name="Daize Dong" userId="a5f59ade607e3dcb" providerId="LiveId" clId="{FFDC1BE5-C1CE-41D9-8887-3D0A03346BC9}" dt="2025-11-24T23:04:04.235" v="18930"/>
          <ac:cxnSpMkLst>
            <pc:docMk/>
            <pc:sldMk cId="2267741605" sldId="347"/>
            <ac:cxnSpMk id="13" creationId="{C89ED655-2727-7F7E-316A-3D5A96486AC1}"/>
          </ac:cxnSpMkLst>
        </pc:cxnChg>
        <pc:cxnChg chg="add mod">
          <ac:chgData name="Daize Dong" userId="a5f59ade607e3dcb" providerId="LiveId" clId="{FFDC1BE5-C1CE-41D9-8887-3D0A03346BC9}" dt="2025-11-24T23:04:04.235" v="18930"/>
          <ac:cxnSpMkLst>
            <pc:docMk/>
            <pc:sldMk cId="2267741605" sldId="347"/>
            <ac:cxnSpMk id="18" creationId="{DF3C9C8C-C51A-3622-97C8-AC201A172560}"/>
          </ac:cxnSpMkLst>
        </pc:cxnChg>
      </pc:sldChg>
      <pc:sldChg chg="addSp delSp modSp add mod">
        <pc:chgData name="Daize Dong" userId="a5f59ade607e3dcb" providerId="LiveId" clId="{FFDC1BE5-C1CE-41D9-8887-3D0A03346BC9}" dt="2025-11-24T23:05:24.713" v="18956" actId="208"/>
        <pc:sldMkLst>
          <pc:docMk/>
          <pc:sldMk cId="3863281387" sldId="348"/>
        </pc:sldMkLst>
        <pc:spChg chg="mod">
          <ac:chgData name="Daize Dong" userId="a5f59ade607e3dcb" providerId="LiveId" clId="{FFDC1BE5-C1CE-41D9-8887-3D0A03346BC9}" dt="2025-11-24T23:05:24.713" v="18956" actId="208"/>
          <ac:spMkLst>
            <pc:docMk/>
            <pc:sldMk cId="3863281387" sldId="348"/>
            <ac:spMk id="7" creationId="{2DFAD3B7-B4C7-F869-6EAA-3E42DF875A3D}"/>
          </ac:spMkLst>
        </pc:spChg>
        <pc:spChg chg="mod">
          <ac:chgData name="Daize Dong" userId="a5f59ade607e3dcb" providerId="LiveId" clId="{FFDC1BE5-C1CE-41D9-8887-3D0A03346BC9}" dt="2025-11-24T22:48:04.348" v="18674" actId="164"/>
          <ac:spMkLst>
            <pc:docMk/>
            <pc:sldMk cId="3863281387" sldId="348"/>
            <ac:spMk id="10" creationId="{686B26E8-9838-0D8D-F39F-ABA93C949B7A}"/>
          </ac:spMkLst>
        </pc:spChg>
        <pc:spChg chg="mod">
          <ac:chgData name="Daize Dong" userId="a5f59ade607e3dcb" providerId="LiveId" clId="{FFDC1BE5-C1CE-41D9-8887-3D0A03346BC9}" dt="2025-11-24T22:48:04.348" v="18674" actId="164"/>
          <ac:spMkLst>
            <pc:docMk/>
            <pc:sldMk cId="3863281387" sldId="348"/>
            <ac:spMk id="11" creationId="{F3F8F156-5A92-F68A-7C3F-0580BA3397FD}"/>
          </ac:spMkLst>
        </pc:spChg>
        <pc:spChg chg="mod">
          <ac:chgData name="Daize Dong" userId="a5f59ade607e3dcb" providerId="LiveId" clId="{FFDC1BE5-C1CE-41D9-8887-3D0A03346BC9}" dt="2025-11-24T22:48:04.348" v="18674" actId="164"/>
          <ac:spMkLst>
            <pc:docMk/>
            <pc:sldMk cId="3863281387" sldId="348"/>
            <ac:spMk id="13" creationId="{A899A7A1-8337-04B7-5EA0-6A4121C25D34}"/>
          </ac:spMkLst>
        </pc:spChg>
        <pc:grpChg chg="add mod">
          <ac:chgData name="Daize Dong" userId="a5f59ade607e3dcb" providerId="LiveId" clId="{FFDC1BE5-C1CE-41D9-8887-3D0A03346BC9}" dt="2025-11-24T22:49:36.599" v="18719" actId="1076"/>
          <ac:grpSpMkLst>
            <pc:docMk/>
            <pc:sldMk cId="3863281387" sldId="348"/>
            <ac:grpSpMk id="6" creationId="{687C9294-B3C5-23C6-B0F3-D6B55CA2A42D}"/>
          </ac:grpSpMkLst>
        </pc:grpChg>
        <pc:picChg chg="add mod ord">
          <ac:chgData name="Daize Dong" userId="a5f59ade607e3dcb" providerId="LiveId" clId="{FFDC1BE5-C1CE-41D9-8887-3D0A03346BC9}" dt="2025-11-24T22:48:04.348" v="18674" actId="164"/>
          <ac:picMkLst>
            <pc:docMk/>
            <pc:sldMk cId="3863281387" sldId="348"/>
            <ac:picMk id="3" creationId="{B3EF0A75-396D-06DC-2D3D-A89E3F19D8C8}"/>
          </ac:picMkLst>
        </pc:picChg>
        <pc:picChg chg="del">
          <ac:chgData name="Daize Dong" userId="a5f59ade607e3dcb" providerId="LiveId" clId="{FFDC1BE5-C1CE-41D9-8887-3D0A03346BC9}" dt="2025-11-24T22:47:45.765" v="18667" actId="478"/>
          <ac:picMkLst>
            <pc:docMk/>
            <pc:sldMk cId="3863281387" sldId="348"/>
            <ac:picMk id="4" creationId="{CB1A9EA7-4D70-03AE-10DF-0CDEFCB8A656}"/>
          </ac:picMkLst>
        </pc:picChg>
        <pc:picChg chg="add mod">
          <ac:chgData name="Daize Dong" userId="a5f59ade607e3dcb" providerId="LiveId" clId="{FFDC1BE5-C1CE-41D9-8887-3D0A03346BC9}" dt="2025-11-24T22:51:30.330" v="18747" actId="1076"/>
          <ac:picMkLst>
            <pc:docMk/>
            <pc:sldMk cId="3863281387" sldId="348"/>
            <ac:picMk id="9" creationId="{B052E989-B0EC-6522-8F1C-5C8ACBFBB5B9}"/>
          </ac:picMkLst>
        </pc:picChg>
      </pc:sldChg>
      <pc:sldChg chg="addSp delSp modSp add del mod ord">
        <pc:chgData name="Daize Dong" userId="a5f59ade607e3dcb" providerId="LiveId" clId="{FFDC1BE5-C1CE-41D9-8887-3D0A03346BC9}" dt="2025-11-24T22:35:13.356" v="18419" actId="2696"/>
        <pc:sldMkLst>
          <pc:docMk/>
          <pc:sldMk cId="331740575" sldId="360"/>
        </pc:sldMkLst>
        <pc:spChg chg="mod">
          <ac:chgData name="Daize Dong" userId="a5f59ade607e3dcb" providerId="LiveId" clId="{FFDC1BE5-C1CE-41D9-8887-3D0A03346BC9}" dt="2025-11-24T21:57:24.247" v="17837"/>
          <ac:spMkLst>
            <pc:docMk/>
            <pc:sldMk cId="331740575" sldId="360"/>
            <ac:spMk id="8" creationId="{AFFA0CF2-26E8-5CCA-ABCF-40D2071BADD0}"/>
          </ac:spMkLst>
        </pc:spChg>
      </pc:sldChg>
      <pc:sldChg chg="modSp add del mod ord">
        <pc:chgData name="Daize Dong" userId="a5f59ade607e3dcb" providerId="LiveId" clId="{FFDC1BE5-C1CE-41D9-8887-3D0A03346BC9}" dt="2025-11-24T22:07:57.403" v="17916" actId="47"/>
        <pc:sldMkLst>
          <pc:docMk/>
          <pc:sldMk cId="4219979468" sldId="364"/>
        </pc:sldMkLst>
        <pc:spChg chg="mod">
          <ac:chgData name="Daize Dong" userId="a5f59ade607e3dcb" providerId="LiveId" clId="{FFDC1BE5-C1CE-41D9-8887-3D0A03346BC9}" dt="2025-11-24T21:55:51.847" v="17813" actId="20577"/>
          <ac:spMkLst>
            <pc:docMk/>
            <pc:sldMk cId="4219979468" sldId="364"/>
            <ac:spMk id="3" creationId="{07D2693E-BE60-D9D8-0E71-3AF33B144C1C}"/>
          </ac:spMkLst>
        </pc:spChg>
      </pc:sldChg>
      <pc:sldChg chg="modSp add del mod ord">
        <pc:chgData name="Daize Dong" userId="a5f59ade607e3dcb" providerId="LiveId" clId="{FFDC1BE5-C1CE-41D9-8887-3D0A03346BC9}" dt="2025-11-24T21:57:32.275" v="17841" actId="47"/>
        <pc:sldMkLst>
          <pc:docMk/>
          <pc:sldMk cId="2431476827" sldId="378"/>
        </pc:sldMkLst>
      </pc:sldChg>
      <pc:sldChg chg="addSp delSp modSp add del mod">
        <pc:chgData name="Daize Dong" userId="a5f59ade607e3dcb" providerId="LiveId" clId="{FFDC1BE5-C1CE-41D9-8887-3D0A03346BC9}" dt="2025-11-24T21:57:32.275" v="17841" actId="47"/>
        <pc:sldMkLst>
          <pc:docMk/>
          <pc:sldMk cId="3643612008" sldId="379"/>
        </pc:sldMkLst>
      </pc:sldChg>
      <pc:sldChg chg="addSp delSp modSp add del mod">
        <pc:chgData name="Daize Dong" userId="a5f59ade607e3dcb" providerId="LiveId" clId="{FFDC1BE5-C1CE-41D9-8887-3D0A03346BC9}" dt="2025-11-24T21:57:32.275" v="17841" actId="47"/>
        <pc:sldMkLst>
          <pc:docMk/>
          <pc:sldMk cId="2841575270" sldId="380"/>
        </pc:sldMkLst>
      </pc:sldChg>
      <pc:sldChg chg="addSp delSp modSp add del mod">
        <pc:chgData name="Daize Dong" userId="a5f59ade607e3dcb" providerId="LiveId" clId="{FFDC1BE5-C1CE-41D9-8887-3D0A03346BC9}" dt="2025-11-24T21:57:32.275" v="17841" actId="47"/>
        <pc:sldMkLst>
          <pc:docMk/>
          <pc:sldMk cId="1997172709" sldId="381"/>
        </pc:sldMkLst>
      </pc:sldChg>
      <pc:sldChg chg="addSp delSp modSp add del mod">
        <pc:chgData name="Daize Dong" userId="a5f59ade607e3dcb" providerId="LiveId" clId="{FFDC1BE5-C1CE-41D9-8887-3D0A03346BC9}" dt="2025-11-24T21:57:32.275" v="17841" actId="47"/>
        <pc:sldMkLst>
          <pc:docMk/>
          <pc:sldMk cId="2960859464" sldId="382"/>
        </pc:sldMkLst>
      </pc:sldChg>
      <pc:sldChg chg="addSp delSp add del mod">
        <pc:chgData name="Daize Dong" userId="a5f59ade607e3dcb" providerId="LiveId" clId="{FFDC1BE5-C1CE-41D9-8887-3D0A03346BC9}" dt="2025-11-24T21:57:32.275" v="17841" actId="47"/>
        <pc:sldMkLst>
          <pc:docMk/>
          <pc:sldMk cId="1992140890" sldId="383"/>
        </pc:sldMkLst>
      </pc:sldChg>
      <pc:sldChg chg="addSp delSp add del mod">
        <pc:chgData name="Daize Dong" userId="a5f59ade607e3dcb" providerId="LiveId" clId="{FFDC1BE5-C1CE-41D9-8887-3D0A03346BC9}" dt="2025-11-24T21:57:32.275" v="17841" actId="47"/>
        <pc:sldMkLst>
          <pc:docMk/>
          <pc:sldMk cId="3756711372" sldId="384"/>
        </pc:sldMkLst>
      </pc:sldChg>
      <pc:sldChg chg="addSp modSp add del mod">
        <pc:chgData name="Daize Dong" userId="a5f59ade607e3dcb" providerId="LiveId" clId="{FFDC1BE5-C1CE-41D9-8887-3D0A03346BC9}" dt="2025-11-24T22:35:13.356" v="18419" actId="2696"/>
        <pc:sldMkLst>
          <pc:docMk/>
          <pc:sldMk cId="654112959" sldId="385"/>
        </pc:sldMkLst>
        <pc:spChg chg="mod">
          <ac:chgData name="Daize Dong" userId="a5f59ade607e3dcb" providerId="LiveId" clId="{FFDC1BE5-C1CE-41D9-8887-3D0A03346BC9}" dt="2025-11-24T21:57:25.627" v="17838"/>
          <ac:spMkLst>
            <pc:docMk/>
            <pc:sldMk cId="654112959" sldId="385"/>
            <ac:spMk id="8" creationId="{4070139A-D249-099A-6A78-B4A051E5ACF8}"/>
          </ac:spMkLst>
        </pc:spChg>
      </pc:sldChg>
      <pc:sldChg chg="addSp delSp modSp add del mod">
        <pc:chgData name="Daize Dong" userId="a5f59ade607e3dcb" providerId="LiveId" clId="{FFDC1BE5-C1CE-41D9-8887-3D0A03346BC9}" dt="2025-11-24T22:35:13.356" v="18419" actId="2696"/>
        <pc:sldMkLst>
          <pc:docMk/>
          <pc:sldMk cId="734616697" sldId="386"/>
        </pc:sldMkLst>
        <pc:spChg chg="mod">
          <ac:chgData name="Daize Dong" userId="a5f59ade607e3dcb" providerId="LiveId" clId="{FFDC1BE5-C1CE-41D9-8887-3D0A03346BC9}" dt="2025-11-24T21:57:27.642" v="17839"/>
          <ac:spMkLst>
            <pc:docMk/>
            <pc:sldMk cId="734616697" sldId="386"/>
            <ac:spMk id="8" creationId="{2E16DB0B-536C-C4C3-602A-DFE1F9E2D647}"/>
          </ac:spMkLst>
        </pc:spChg>
      </pc:sldChg>
      <pc:sldChg chg="addSp delSp modSp add del mod">
        <pc:chgData name="Daize Dong" userId="a5f59ade607e3dcb" providerId="LiveId" clId="{FFDC1BE5-C1CE-41D9-8887-3D0A03346BC9}" dt="2025-11-24T21:57:32.623" v="17842" actId="47"/>
        <pc:sldMkLst>
          <pc:docMk/>
          <pc:sldMk cId="2225550039" sldId="387"/>
        </pc:sldMkLst>
        <pc:spChg chg="mod">
          <ac:chgData name="Daize Dong" userId="a5f59ade607e3dcb" providerId="LiveId" clId="{FFDC1BE5-C1CE-41D9-8887-3D0A03346BC9}" dt="2025-11-24T21:57:29.640" v="17840"/>
          <ac:spMkLst>
            <pc:docMk/>
            <pc:sldMk cId="2225550039" sldId="387"/>
            <ac:spMk id="8" creationId="{DF8E3A27-E4A1-B01D-EB8E-43304FAC973F}"/>
          </ac:spMkLst>
        </pc:spChg>
      </pc:sldChg>
      <pc:sldChg chg="addSp delSp modSp new del mod">
        <pc:chgData name="Daize Dong" userId="a5f59ade607e3dcb" providerId="LiveId" clId="{FFDC1BE5-C1CE-41D9-8887-3D0A03346BC9}" dt="2025-11-24T22:12:29.287" v="17943" actId="2696"/>
        <pc:sldMkLst>
          <pc:docMk/>
          <pc:sldMk cId="3603963922" sldId="387"/>
        </pc:sldMkLst>
        <pc:spChg chg="del">
          <ac:chgData name="Daize Dong" userId="a5f59ade607e3dcb" providerId="LiveId" clId="{FFDC1BE5-C1CE-41D9-8887-3D0A03346BC9}" dt="2025-11-24T22:11:04.922" v="17923" actId="478"/>
          <ac:spMkLst>
            <pc:docMk/>
            <pc:sldMk cId="3603963922" sldId="387"/>
            <ac:spMk id="2" creationId="{5E6B06D4-D10F-3BC0-9C8A-388CA36B2C0D}"/>
          </ac:spMkLst>
        </pc:spChg>
        <pc:spChg chg="del">
          <ac:chgData name="Daize Dong" userId="a5f59ade607e3dcb" providerId="LiveId" clId="{FFDC1BE5-C1CE-41D9-8887-3D0A03346BC9}" dt="2025-11-24T22:11:04.922" v="17923" actId="478"/>
          <ac:spMkLst>
            <pc:docMk/>
            <pc:sldMk cId="3603963922" sldId="387"/>
            <ac:spMk id="3" creationId="{5359AB1B-8BC5-6DBD-05BE-67A4298982B0}"/>
          </ac:spMkLst>
        </pc:spChg>
        <pc:picChg chg="add del mod modCrop">
          <ac:chgData name="Daize Dong" userId="a5f59ade607e3dcb" providerId="LiveId" clId="{FFDC1BE5-C1CE-41D9-8887-3D0A03346BC9}" dt="2025-11-24T22:11:45.554" v="17933" actId="21"/>
          <ac:picMkLst>
            <pc:docMk/>
            <pc:sldMk cId="3603963922" sldId="387"/>
            <ac:picMk id="5" creationId="{A9B97080-15D6-8F0F-721E-01919CE92A3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58CB3-C960-2466-25A1-9AFCDD179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9CE571-17DF-E79F-D86C-BDF766880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3656F0-35A4-211F-CBDF-7D7E499B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EB2E-A77E-47D7-9DA7-93BBD790231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3FB80-B525-2537-CBEA-E9F222FC0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09849A-FF3B-F9EE-9790-65EBA240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C0F2A-1925-4B1A-8F6A-46D2EA056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49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186AF-A645-0A4E-23A2-C8A14120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CD8FCB-882A-72B6-A106-CC8420974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BEA938-E645-511D-1846-132C7604F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EB2E-A77E-47D7-9DA7-93BBD790231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EE4017-DFA7-3B34-0552-C2E857C7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254DE-1FDC-D6AA-21D6-AAC78564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C0F2A-1925-4B1A-8F6A-46D2EA056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06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E47F85-EE2D-3F42-DF68-E2E4D1C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9F0C49-0E85-4DB6-4981-87423E467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4E88A7-CA99-0900-F59B-AD3248C4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EB2E-A77E-47D7-9DA7-93BBD790231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96380D-6B51-1E6D-E778-C67F0877E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2FD9DA-7688-90CD-59F2-7D6D5393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C0F2A-1925-4B1A-8F6A-46D2EA056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38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8A73D4-52D3-2163-4AAA-5629AD5C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414B1E-5864-02C7-5710-06B2A3545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92C45C-79D4-9C57-1FD8-88FC5791A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1A5843-E8A0-3A8B-A54A-D5178251E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EB2E-A77E-47D7-9DA7-93BBD790231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3A1209-E532-5CE9-7901-090E628E9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E0AADE-7283-F939-6FC1-A7C7A9E3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C0F2A-1925-4B1A-8F6A-46D2EA056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262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216F8-BD1A-CC9D-6AD6-4EB106103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858745-61D4-A7C2-6F8F-076F81832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216B47-2BFA-5653-0015-1A216DE07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A1CF12-65EF-5444-679E-97C7CD0911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9C7221-147A-47F3-E36C-6AB7766BF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B68D96-1875-1A1B-441F-24E45160F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EB2E-A77E-47D7-9DA7-93BBD790231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4384DF-754D-3FD5-27D9-CCD5724AA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C03E0D-9144-7B2C-4BC3-AA4D3ED6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C0F2A-1925-4B1A-8F6A-46D2EA056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535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772065-4F17-0347-A164-4AE1D116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481F7B-3C28-0CF4-EBBA-E80689F7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EB2E-A77E-47D7-9DA7-93BBD790231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29F381-EAB0-F10E-4476-390CC0CA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F53BB0-4022-4F36-DF3A-F110C60A9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C0F2A-1925-4B1A-8F6A-46D2EA056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838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6CFF03-55BC-E349-1599-38A2874A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EB2E-A77E-47D7-9DA7-93BBD790231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E70F2E-EB66-D361-2536-414F8530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5CFA64-2FDE-6825-7DAB-04917804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C0F2A-1925-4B1A-8F6A-46D2EA056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710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B09EF6-0DDA-0132-0561-6947E849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C150B6-31D1-EFAC-9511-B02CDF827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E53E3E-7BEC-B0B2-AD4E-E995D7620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C90F69-81DB-E96F-B44D-5513DAE6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EB2E-A77E-47D7-9DA7-93BBD790231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81F0DA-1626-C6B3-7708-43BD839ED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70C82C-DA46-0757-3A64-0E939631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C0F2A-1925-4B1A-8F6A-46D2EA056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085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67BF7-555E-8708-FE02-C221B3060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E93863-C9C5-5F86-E2BA-A51C0B83E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FB063E-4BF7-41DE-CBCD-EE67DACC8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A8A0D1-2A94-DF8B-0872-71D5B1453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EB2E-A77E-47D7-9DA7-93BBD790231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A1365D-5E13-228D-C9B1-E84C1228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8175ED-DAA1-6B92-C5D8-A5695D8A0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C0F2A-1925-4B1A-8F6A-46D2EA056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21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7466A6-BB33-831B-8462-24ECE9192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61AB2B-8653-5DCB-FD49-B586ED98A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267EE2-8F86-5399-47EF-F26873FA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EB2E-A77E-47D7-9DA7-93BBD790231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D0EAB9-0404-A2FD-7780-CF30C42A6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BD6355-C2B8-F2CF-1A62-D6AA0EFE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C0F2A-1925-4B1A-8F6A-46D2EA056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41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7D895F-2E4B-39F0-D88F-28B0CC0C2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788604-209D-1F0E-7664-E86793622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50D1BC-735B-9FBA-EF5F-0818A30BA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EB2E-A77E-47D7-9DA7-93BBD790231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B4D394-E8E1-F3C1-344F-646811C0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28A864-6660-E9E5-9B87-1E45BFBC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C0F2A-1925-4B1A-8F6A-46D2EA056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14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0D70E80-4B36-0B4A-ADF9-4F743E57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C81CA3-3B94-8AAF-F510-59413CBE5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2AF02B-BB56-4A28-7829-3984F60D5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4EB2E-A77E-47D7-9DA7-93BBD790231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BB0D9-317C-AD53-1AF2-E01632E79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F20FB2-1D4D-4374-7520-1C27964A4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C0F2A-1925-4B1A-8F6A-46D2EA056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17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3B696-7B80-F07D-95FA-90ACBE72D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C1D58F-D4AA-2E60-2738-4F1DAE802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06" y="1713145"/>
            <a:ext cx="11711587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7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CS461 – RECITATION 11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5400" cap="all" dirty="0">
                <a:latin typeface="Arial" panose="020B0604020202020204" pitchFamily="34" charset="0"/>
                <a:cs typeface="Arial" panose="020B0604020202020204" pitchFamily="34" charset="0"/>
              </a:rPr>
              <a:t>Machine Learning Principles</a:t>
            </a:r>
          </a:p>
          <a:p>
            <a:pPr algn="ctr"/>
            <a:r>
              <a:rPr lang="en-US" altLang="zh-CN" sz="3200" dirty="0"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Daize Dong</a:t>
            </a:r>
          </a:p>
          <a:p>
            <a:pPr algn="ctr"/>
            <a:r>
              <a:rPr lang="en-US" altLang="zh-CN" sz="3200" dirty="0"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2025-11-24</a:t>
            </a:r>
          </a:p>
        </p:txBody>
      </p:sp>
    </p:spTree>
    <p:extLst>
      <p:ext uri="{BB962C8B-B14F-4D97-AF65-F5344CB8AC3E}">
        <p14:creationId xmlns:p14="http://schemas.microsoft.com/office/powerpoint/2010/main" val="393710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4DAE2-EA34-5C6F-C069-0458AB71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AB5F28-D0B0-A985-526F-76CDF1DCF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138" y="497027"/>
            <a:ext cx="824171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5400" cap="all" dirty="0">
                <a:latin typeface="Arial" panose="020B0604020202020204" pitchFamily="34" charset="0"/>
                <a:cs typeface="Arial" panose="020B0604020202020204" pitchFamily="34" charset="0"/>
              </a:rPr>
              <a:t>QUIZ 05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909F160-7DFF-E31E-B459-436F9BC3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92" y="1420357"/>
            <a:ext cx="11451202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What is true about the complexity parameter, C, used with support vector machines?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very small value of C forces the SVM to use more support vectors.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 is the number of support vectors chosen for each class.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large value of C makes a simpler model.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All of the above are false.</a:t>
            </a:r>
            <a:endParaRPr lang="en-US" altLang="zh-CN" sz="2400" dirty="0">
              <a:latin typeface="Arial" panose="020B0604020202020204" pitchFamily="34" charset="0"/>
              <a:ea typeface="Gadugi" panose="020B0502040204020203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19E2ED8-6D88-516F-CA47-5B54BF51B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482281"/>
              </p:ext>
            </p:extLst>
          </p:nvPr>
        </p:nvGraphicFramePr>
        <p:xfrm>
          <a:off x="9034998" y="587852"/>
          <a:ext cx="26267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699">
                  <a:extLst>
                    <a:ext uri="{9D8B030D-6E8A-4147-A177-3AD203B41FA5}">
                      <a16:colId xmlns:a16="http://schemas.microsoft.com/office/drawing/2014/main" val="4022499809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221088532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4021448196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3887016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537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50498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C8BE876D-823C-699F-4888-59E443DFC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81" y="4623060"/>
            <a:ext cx="11281637" cy="194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138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46252-4821-E859-3B74-1B98AA80A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1A09772F-FDD2-5C7A-2A56-27AFE16A6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21" y="1511182"/>
            <a:ext cx="11620751" cy="2608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What is true of the kernel trick?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kernel trick makes large margins in SVMs.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kernel trick replaces a weight matrix with a function of the training data.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kernel trick turns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perceptrons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into SVMs.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None of the above are true.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Gadug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D8E79ED-B23C-AD20-C27D-F8661564C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142" y="497027"/>
            <a:ext cx="824171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5400" cap="all" dirty="0">
                <a:latin typeface="Arial" panose="020B0604020202020204" pitchFamily="34" charset="0"/>
                <a:cs typeface="Arial" panose="020B0604020202020204" pitchFamily="34" charset="0"/>
              </a:rPr>
              <a:t>QUIZ 05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3BA595E-43FE-731B-634C-CA5F3A4D9CCE}"/>
                  </a:ext>
                </a:extLst>
              </p:cNvPr>
              <p:cNvSpPr txBox="1"/>
              <p:nvPr/>
            </p:nvSpPr>
            <p:spPr>
              <a:xfrm>
                <a:off x="1187911" y="4447885"/>
                <a:ext cx="4390330" cy="1913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ea typeface="Gadugi" panose="020B0502040204020203" pitchFamily="34" charset="0"/>
                    <a:cs typeface="Arial" panose="020B0604020202020204" pitchFamily="34" charset="0"/>
                  </a:rPr>
                  <a:t>Dual Objective: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altLang="zh-CN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K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Gadugi" panose="020B0502040204020203" pitchFamily="34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Gadugi" panose="020B0502040204020203" pitchFamily="34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Gadugi" panose="020B0502040204020203" pitchFamily="34" charset="0"/>
                                              <a:cs typeface="Arial" panose="020B0604020202020204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Gadugi" panose="020B0502040204020203" pitchFamily="34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Gadugi" panose="020B0502040204020203" pitchFamily="34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Gadugi" panose="020B0502040204020203" pitchFamily="34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s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t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.      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=0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&gt;0</m:t>
                      </m:r>
                    </m:oMath>
                  </m:oMathPara>
                </a14:m>
                <a:endParaRPr lang="en-US" altLang="zh-CN" dirty="0">
                  <a:latin typeface="Arial" panose="020B0604020202020204" pitchFamily="34" charset="0"/>
                  <a:ea typeface="Gadugi" panose="020B0502040204020203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3BA595E-43FE-731B-634C-CA5F3A4D9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911" y="4447885"/>
                <a:ext cx="4390330" cy="1913088"/>
              </a:xfrm>
              <a:prstGeom prst="rect">
                <a:avLst/>
              </a:prstGeom>
              <a:blipFill>
                <a:blip r:embed="rId2"/>
                <a:stretch>
                  <a:fillRect l="-1250" t="-1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7FB3000-8F07-3D59-7F3B-D7BEE53BD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244754"/>
              </p:ext>
            </p:extLst>
          </p:nvPr>
        </p:nvGraphicFramePr>
        <p:xfrm>
          <a:off x="9034998" y="587852"/>
          <a:ext cx="26267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699">
                  <a:extLst>
                    <a:ext uri="{9D8B030D-6E8A-4147-A177-3AD203B41FA5}">
                      <a16:colId xmlns:a16="http://schemas.microsoft.com/office/drawing/2014/main" val="4022499809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221088532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4021448196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3887016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537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50498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177B2B1-93D5-5225-9EA7-27EF7787900B}"/>
                  </a:ext>
                </a:extLst>
              </p:cNvPr>
              <p:cNvSpPr txBox="1"/>
              <p:nvPr/>
            </p:nvSpPr>
            <p:spPr>
              <a:xfrm>
                <a:off x="6095996" y="3731019"/>
                <a:ext cx="5625680" cy="3052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Arial" panose="020B0604020202020204" pitchFamily="34" charset="0"/>
                    <a:ea typeface="Gadugi" panose="020B0502040204020203" pitchFamily="34" charset="0"/>
                    <a:cs typeface="Arial" panose="020B0604020202020204" pitchFamily="34" charset="0"/>
                  </a:rPr>
                  <a:t>For linear kernel: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latin typeface="Arial" panose="020B0604020202020204" pitchFamily="34" charset="0"/>
                  <a:ea typeface="Gadugi" panose="020B0502040204020203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⇒    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dirty="0">
                  <a:latin typeface="Arial" panose="020B0604020202020204" pitchFamily="34" charset="0"/>
                  <a:ea typeface="Gadugi" panose="020B0502040204020203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Arial" panose="020B0604020202020204" pitchFamily="34" charset="0"/>
                    <a:ea typeface="Gadugi" panose="020B0502040204020203" pitchFamily="34" charset="0"/>
                    <a:cs typeface="Arial" panose="020B0604020202020204" pitchFamily="34" charset="0"/>
                  </a:rPr>
                  <a:t>For 2-order polynomial kernel: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+1)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latin typeface="Arial" panose="020B0604020202020204" pitchFamily="34" charset="0"/>
                  <a:ea typeface="Gadugi" panose="020B0502040204020203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⇒    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(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Gadugi" panose="020B0502040204020203" pitchFamily="34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Gadugi" panose="020B0502040204020203" pitchFamily="34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+1)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dirty="0">
                  <a:latin typeface="Arial" panose="020B0604020202020204" pitchFamily="34" charset="0"/>
                  <a:ea typeface="Gadugi" panose="020B0502040204020203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177B2B1-93D5-5225-9EA7-27EF77879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6" y="3731019"/>
                <a:ext cx="5625680" cy="3052374"/>
              </a:xfrm>
              <a:prstGeom prst="rect">
                <a:avLst/>
              </a:prstGeom>
              <a:blipFill>
                <a:blip r:embed="rId3"/>
                <a:stretch>
                  <a:fillRect l="-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224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CB63-50D7-65D3-A59A-99472DF4F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96FE505-D5BC-B0C2-64BC-1AB71DCE4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15" y="1511182"/>
            <a:ext cx="11620751" cy="3121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3. When using an SVM, what is true about the weights of the support vectors, 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𝛼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If one vector has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𝛼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 0.5 and another has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𝛼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 0.1, the first is nearer to the decision boundary.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𝛼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values must sum to 1.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𝛼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must be greater than 0.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None of the above are true.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F8F6B41-2C39-502A-4F2C-E0700536F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136" y="497027"/>
            <a:ext cx="824171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5400" cap="all" dirty="0">
                <a:latin typeface="Arial" panose="020B0604020202020204" pitchFamily="34" charset="0"/>
                <a:cs typeface="Arial" panose="020B0604020202020204" pitchFamily="34" charset="0"/>
              </a:rPr>
              <a:t>QUIZ 05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DC4DB48-6A56-CF45-01E8-231F66D7F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244754"/>
              </p:ext>
            </p:extLst>
          </p:nvPr>
        </p:nvGraphicFramePr>
        <p:xfrm>
          <a:off x="9034998" y="587852"/>
          <a:ext cx="26267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699">
                  <a:extLst>
                    <a:ext uri="{9D8B030D-6E8A-4147-A177-3AD203B41FA5}">
                      <a16:colId xmlns:a16="http://schemas.microsoft.com/office/drawing/2014/main" val="4022499809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221088532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4021448196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3887016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537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504980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E69E8292-5F84-BCDA-0035-5385BC288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818" y="4632614"/>
            <a:ext cx="8036343" cy="208388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AC2FE88-BDFE-03D5-6410-960063223F86}"/>
              </a:ext>
            </a:extLst>
          </p:cNvPr>
          <p:cNvSpPr txBox="1"/>
          <p:nvPr/>
        </p:nvSpPr>
        <p:spPr>
          <a:xfrm>
            <a:off x="3536488" y="2702566"/>
            <a:ext cx="8544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 measures how strongly points contribute to the boundary, not </a:t>
            </a:r>
            <a:r>
              <a:rPr lang="en-US" altLang="zh-CN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geometric distance.</a:t>
            </a:r>
            <a:endParaRPr lang="zh-CN" altLang="en-US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5BD29F-A23C-AF84-5BA8-21C63C1FF087}"/>
              </a:ext>
            </a:extLst>
          </p:cNvPr>
          <p:cNvSpPr txBox="1"/>
          <p:nvPr/>
        </p:nvSpPr>
        <p:spPr>
          <a:xfrm>
            <a:off x="5807676" y="3390591"/>
            <a:ext cx="50277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be misread:</a:t>
            </a:r>
          </a:p>
          <a:p>
            <a:pPr marL="285750" indent="-285750">
              <a:buFontTx/>
              <a:buChar char="-"/>
            </a:pPr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 if following “support vectors” in title.</a:t>
            </a:r>
          </a:p>
          <a:p>
            <a:pPr marL="285750" indent="-285750">
              <a:buFontTx/>
              <a:buChar char="-"/>
            </a:pPr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 if α for all points.</a:t>
            </a:r>
            <a:endParaRPr lang="zh-CN" altLang="en-US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023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E58B7-3613-136C-88FA-1E51400C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981F756-3358-677A-21BE-BD7229521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15" y="1426470"/>
            <a:ext cx="11620751" cy="3121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4. How are SVMs and Neural Networks different?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Only neural networks can work on image data.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Neural networks are faster to train.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kernel trick allows SVMs to learn nonlinear decision boundaries, which NNs cannot.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None of the above are true.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Gadug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77C15DA-73E9-4F04-B5CF-0C3315770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136" y="497027"/>
            <a:ext cx="824171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5400" cap="all" dirty="0">
                <a:latin typeface="Arial" panose="020B0604020202020204" pitchFamily="34" charset="0"/>
                <a:cs typeface="Arial" panose="020B0604020202020204" pitchFamily="34" charset="0"/>
              </a:rPr>
              <a:t>QUIZ 05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3F0278-4A7C-B004-2ED7-D0605623A878}"/>
              </a:ext>
            </a:extLst>
          </p:cNvPr>
          <p:cNvSpPr txBox="1"/>
          <p:nvPr/>
        </p:nvSpPr>
        <p:spPr>
          <a:xfrm>
            <a:off x="7322614" y="2108657"/>
            <a:ext cx="1129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MNIST</a:t>
            </a:r>
            <a:endParaRPr lang="zh-CN" altLang="en-US" dirty="0">
              <a:solidFill>
                <a:srgbClr val="7030A0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276BFC6-48F7-8EB5-1106-CAA17A63C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244754"/>
              </p:ext>
            </p:extLst>
          </p:nvPr>
        </p:nvGraphicFramePr>
        <p:xfrm>
          <a:off x="9034998" y="587852"/>
          <a:ext cx="26267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699">
                  <a:extLst>
                    <a:ext uri="{9D8B030D-6E8A-4147-A177-3AD203B41FA5}">
                      <a16:colId xmlns:a16="http://schemas.microsoft.com/office/drawing/2014/main" val="4022499809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221088532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4021448196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3887016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537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504980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D14F47E-A594-9EDD-C201-A47D1FE29935}"/>
              </a:ext>
            </a:extLst>
          </p:cNvPr>
          <p:cNvSpPr txBox="1"/>
          <p:nvPr/>
        </p:nvSpPr>
        <p:spPr>
          <a:xfrm>
            <a:off x="2027157" y="3606806"/>
            <a:ext cx="6308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NN learns nonlinear by activation functions. 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5FA0E0-18D3-9D3F-B213-2AD35060731F}"/>
              </a:ext>
            </a:extLst>
          </p:cNvPr>
          <p:cNvSpPr txBox="1"/>
          <p:nvPr/>
        </p:nvSpPr>
        <p:spPr>
          <a:xfrm>
            <a:off x="5721090" y="2589337"/>
            <a:ext cx="4097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SVM: No </a:t>
            </a:r>
            <a:r>
              <a:rPr lang="en-US" altLang="zh-CN" dirty="0" err="1">
                <a:solidFill>
                  <a:srgbClr val="7030A0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backpropgation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400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06D4F-DDD1-79F7-1A48-80F4ABB9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2DE8D12-A31A-F6AE-0C96-017E1C770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21" y="1420357"/>
            <a:ext cx="11620751" cy="4147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5. When using the kernel trick, how are SVMs and </a:t>
            </a:r>
            <a:r>
              <a:rPr lang="en-US" altLang="zh-C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perceptrons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 different?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SVMs will be slower at inference since they require a complex decision boundary and dense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𝛼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weight matrix of the SVM will not be representable when using a kernel, but it will be when using a perceptron.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Perceptrons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cannot use the kernel trick, but SVMs can.</a:t>
            </a:r>
          </a:p>
          <a:p>
            <a:pPr marL="457200" indent="-457200">
              <a:lnSpc>
                <a:spcPts val="4000"/>
              </a:lnSpc>
              <a:buAutoNum type="alphaLcParenBoth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SVMs will be faster at inference since they create a decision boundary using a sparse 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𝛼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Gadug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597CA54-C918-990B-58C5-3152CC8D9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142" y="497027"/>
            <a:ext cx="824171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5400" cap="all" dirty="0">
                <a:latin typeface="Arial" panose="020B0604020202020204" pitchFamily="34" charset="0"/>
                <a:cs typeface="Arial" panose="020B0604020202020204" pitchFamily="34" charset="0"/>
              </a:rPr>
              <a:t>QUIZ 05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A2CD45A-B82A-D4A7-721A-27107EA54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244754"/>
              </p:ext>
            </p:extLst>
          </p:nvPr>
        </p:nvGraphicFramePr>
        <p:xfrm>
          <a:off x="9034998" y="587852"/>
          <a:ext cx="26267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699">
                  <a:extLst>
                    <a:ext uri="{9D8B030D-6E8A-4147-A177-3AD203B41FA5}">
                      <a16:colId xmlns:a16="http://schemas.microsoft.com/office/drawing/2014/main" val="4022499809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221088532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4021448196"/>
                    </a:ext>
                  </a:extLst>
                </a:gridCol>
                <a:gridCol w="656699">
                  <a:extLst>
                    <a:ext uri="{9D8B030D-6E8A-4147-A177-3AD203B41FA5}">
                      <a16:colId xmlns:a16="http://schemas.microsoft.com/office/drawing/2014/main" val="3887016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537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504980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E9438724-370E-C928-AA6C-1A1AA10F29DC}"/>
              </a:ext>
            </a:extLst>
          </p:cNvPr>
          <p:cNvSpPr txBox="1"/>
          <p:nvPr/>
        </p:nvSpPr>
        <p:spPr>
          <a:xfrm>
            <a:off x="2853587" y="2609890"/>
            <a:ext cx="2793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Sparse </a:t>
            </a:r>
            <a:r>
              <a:rPr lang="zh-CN" altLang="en-US" dirty="0">
                <a:solidFill>
                  <a:srgbClr val="7030A0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𝛼 </a:t>
            </a:r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(those &gt; 0)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EA8E40-EAD9-7AA4-DE0F-BA9702E94454}"/>
              </a:ext>
            </a:extLst>
          </p:cNvPr>
          <p:cNvSpPr txBox="1"/>
          <p:nvPr/>
        </p:nvSpPr>
        <p:spPr>
          <a:xfrm>
            <a:off x="5773899" y="3639514"/>
            <a:ext cx="5371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Obviously representable with linear kernel.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460520-B972-A67E-FBEF-4D65DC8BA937}"/>
              </a:ext>
            </a:extLst>
          </p:cNvPr>
          <p:cNvSpPr txBox="1"/>
          <p:nvPr/>
        </p:nvSpPr>
        <p:spPr>
          <a:xfrm>
            <a:off x="8459846" y="4099671"/>
            <a:ext cx="208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kernel perceptron</a:t>
            </a:r>
          </a:p>
        </p:txBody>
      </p:sp>
    </p:spTree>
    <p:extLst>
      <p:ext uri="{BB962C8B-B14F-4D97-AF65-F5344CB8AC3E}">
        <p14:creationId xmlns:p14="http://schemas.microsoft.com/office/powerpoint/2010/main" val="363775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05CC665-9334-A0D4-FC32-B8C4A4FB7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0323"/>
            <a:ext cx="12192000" cy="4913839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41FCD18-FACE-51A6-176C-8861219A5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144" y="116993"/>
            <a:ext cx="824171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5400" cap="all" dirty="0">
                <a:latin typeface="Arial" panose="020B0604020202020204" pitchFamily="34" charset="0"/>
                <a:cs typeface="Arial" panose="020B0604020202020204" pitchFamily="34" charset="0"/>
              </a:rPr>
              <a:t>QUIZ 05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B2B95F9-D7EF-8BF1-5585-325E71F6E64B}"/>
                  </a:ext>
                </a:extLst>
              </p:cNvPr>
              <p:cNvSpPr txBox="1"/>
              <p:nvPr/>
            </p:nvSpPr>
            <p:spPr>
              <a:xfrm>
                <a:off x="5595401" y="2538116"/>
                <a:ext cx="6273632" cy="359771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First we get the relationship among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α</m:t>
                    </m:r>
                  </m:oMath>
                </a14:m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l-GR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(1)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=0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=0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l-GR" altLang="zh-CN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=2</m:t>
                          </m:r>
                          <m:sSub>
                            <m:sSubPr>
                              <m:ctrlPr>
                                <a:rPr lang="el-GR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 (2)</m:t>
                          </m:r>
                        </m:e>
                      </m:nary>
                    </m:oMath>
                  </m:oMathPara>
                </a14:m>
                <a:endParaRPr lang="en-US" altLang="zh-CN" dirty="0">
                  <a:latin typeface="Arial" panose="020B0604020202020204" pitchFamily="34" charset="0"/>
                  <a:ea typeface="Gadugi" panose="020B0502040204020203" pitchFamily="34" charset="0"/>
                  <a:cs typeface="Arial" panose="020B0604020202020204" pitchFamily="34" charset="0"/>
                </a:endParaRPr>
              </a:p>
              <a:p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Given the polynomial kernel: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The objective turns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br>
                  <a:rPr lang="en-US" altLang="zh-CN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</a:br>
                <a:endParaRPr lang="en-US" altLang="zh-CN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B2B95F9-D7EF-8BF1-5585-325E71F6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401" y="2538116"/>
                <a:ext cx="6273632" cy="3597716"/>
              </a:xfrm>
              <a:prstGeom prst="rect">
                <a:avLst/>
              </a:prstGeom>
              <a:blipFill>
                <a:blip r:embed="rId3"/>
                <a:stretch>
                  <a:fillRect l="-776" t="-8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EF63FC02-9CFE-8665-B9C5-5D5D07A8AA26}"/>
              </a:ext>
            </a:extLst>
          </p:cNvPr>
          <p:cNvSpPr txBox="1"/>
          <p:nvPr/>
        </p:nvSpPr>
        <p:spPr>
          <a:xfrm>
            <a:off x="2211691" y="3736237"/>
            <a:ext cx="319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1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46BC84-84EC-434F-29B2-A131229799E4}"/>
              </a:ext>
            </a:extLst>
          </p:cNvPr>
          <p:cNvSpPr txBox="1"/>
          <p:nvPr/>
        </p:nvSpPr>
        <p:spPr>
          <a:xfrm>
            <a:off x="3768997" y="3736237"/>
            <a:ext cx="319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2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AB961B-16E8-E3D4-F91D-DFC5E3226101}"/>
              </a:ext>
            </a:extLst>
          </p:cNvPr>
          <p:cNvSpPr txBox="1"/>
          <p:nvPr/>
        </p:nvSpPr>
        <p:spPr>
          <a:xfrm>
            <a:off x="2987821" y="4385198"/>
            <a:ext cx="319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3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554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C70A4-3E5B-E871-C1E1-69DD8DF6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A75102B-756A-122E-25E5-EF1154005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144" y="116993"/>
            <a:ext cx="824171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5400" cap="all" dirty="0">
                <a:latin typeface="Arial" panose="020B0604020202020204" pitchFamily="34" charset="0"/>
                <a:cs typeface="Arial" panose="020B0604020202020204" pitchFamily="34" charset="0"/>
              </a:rPr>
              <a:t>QUIZ 05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DFAD3B7-B4C7-F869-6EAA-3E42DF875A3D}"/>
                  </a:ext>
                </a:extLst>
              </p:cNvPr>
              <p:cNvSpPr txBox="1"/>
              <p:nvPr/>
            </p:nvSpPr>
            <p:spPr>
              <a:xfrm>
                <a:off x="4965616" y="1396861"/>
                <a:ext cx="6582032" cy="52197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     </m:t>
                      </m:r>
                      <m:nary>
                        <m:naryPr>
                          <m:chr m:val="∑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⇒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4</m:t>
                                  </m:r>
                                  <m: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4</m:t>
                                  </m:r>
                                  <m: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  <m: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groupChr>
                        <m:groupChrPr>
                          <m:chr m:val="⇒"/>
                          <m:pos m:val="top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l-GR" altLang="zh-CN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l-GR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altLang="zh-CN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nd</m:t>
                          </m:r>
                          <m:sSub>
                            <m:sSubPr>
                              <m:ctrlPr>
                                <a:rPr lang="el-GR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l-GR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zh-CN" i="1" smtClean="0">
                          <a:solidFill>
                            <a:srgbClr val="934BC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rgbClr val="934BC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solidFill>
                            <a:srgbClr val="934BC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+4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Take the derivative and it is very easy to deduce: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8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+4=0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So that: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l-GR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l-GR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l-GR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l-GR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l-GR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934BC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DFAD3B7-B4C7-F869-6EAA-3E42DF875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616" y="1396861"/>
                <a:ext cx="6582032" cy="5219762"/>
              </a:xfrm>
              <a:prstGeom prst="rect">
                <a:avLst/>
              </a:prstGeom>
              <a:blipFill>
                <a:blip r:embed="rId2"/>
                <a:stretch>
                  <a:fillRect l="-74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687C9294-B3C5-23C6-B0F3-D6B55CA2A42D}"/>
              </a:ext>
            </a:extLst>
          </p:cNvPr>
          <p:cNvGrpSpPr/>
          <p:nvPr/>
        </p:nvGrpSpPr>
        <p:grpSpPr>
          <a:xfrm>
            <a:off x="644352" y="1985072"/>
            <a:ext cx="3460928" cy="3372023"/>
            <a:chOff x="1331666" y="1197841"/>
            <a:chExt cx="3460928" cy="337202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3EF0A75-396D-06DC-2D3D-A89E3F19D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666" y="1197841"/>
              <a:ext cx="3460928" cy="3372023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86B26E8-9838-0D8D-F39F-ABA93C949B7A}"/>
                </a:ext>
              </a:extLst>
            </p:cNvPr>
            <p:cNvSpPr txBox="1"/>
            <p:nvPr/>
          </p:nvSpPr>
          <p:spPr>
            <a:xfrm>
              <a:off x="2350970" y="2133708"/>
              <a:ext cx="3195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  <a:latin typeface="Arial" panose="020B0604020202020204" pitchFamily="34" charset="0"/>
                  <a:ea typeface="Gadugi" panose="020B0502040204020203" pitchFamily="34" charset="0"/>
                  <a:cs typeface="Arial" panose="020B0604020202020204" pitchFamily="34" charset="0"/>
                </a:rPr>
                <a:t>1</a:t>
              </a:r>
              <a:endParaRPr lang="zh-CN" altLang="en-US" dirty="0">
                <a:solidFill>
                  <a:srgbClr val="7030A0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3F8F156-5A92-F68A-7C3F-0580BA3397FD}"/>
                </a:ext>
              </a:extLst>
            </p:cNvPr>
            <p:cNvSpPr txBox="1"/>
            <p:nvPr/>
          </p:nvSpPr>
          <p:spPr>
            <a:xfrm>
              <a:off x="3689837" y="2133708"/>
              <a:ext cx="3195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  <a:latin typeface="Arial" panose="020B0604020202020204" pitchFamily="34" charset="0"/>
                  <a:ea typeface="Gadugi" panose="020B0502040204020203" pitchFamily="34" charset="0"/>
                  <a:cs typeface="Arial" panose="020B0604020202020204" pitchFamily="34" charset="0"/>
                </a:rPr>
                <a:t>2</a:t>
              </a:r>
              <a:endParaRPr lang="zh-CN" altLang="en-US" dirty="0">
                <a:solidFill>
                  <a:srgbClr val="7030A0"/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899A7A1-8337-04B7-5EA0-6A4121C25D34}"/>
                </a:ext>
              </a:extLst>
            </p:cNvPr>
            <p:cNvSpPr txBox="1"/>
            <p:nvPr/>
          </p:nvSpPr>
          <p:spPr>
            <a:xfrm>
              <a:off x="3005988" y="2782669"/>
              <a:ext cx="3195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  <a:latin typeface="Arial" panose="020B0604020202020204" pitchFamily="34" charset="0"/>
                  <a:ea typeface="Gadugi" panose="020B0502040204020203" pitchFamily="34" charset="0"/>
                  <a:cs typeface="Arial" panose="020B0604020202020204" pitchFamily="34" charset="0"/>
                </a:rPr>
                <a:t>3</a:t>
              </a:r>
              <a:endParaRPr lang="zh-CN" altLang="en-US" dirty="0">
                <a:solidFill>
                  <a:srgbClr val="7030A0"/>
                </a:solidFill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B052E989-B0EC-6522-8F1C-5C8ACBFBB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20" y="1396861"/>
            <a:ext cx="4166037" cy="35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281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D0018A1-563A-CAF3-3B76-4FD0B85F3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9" y="1336887"/>
            <a:ext cx="6051861" cy="469924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AE2CA56-5042-5A39-13A1-A9138260F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144" y="116993"/>
            <a:ext cx="824171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5400" cap="all" dirty="0">
                <a:latin typeface="Arial" panose="020B0604020202020204" pitchFamily="34" charset="0"/>
                <a:cs typeface="Arial" panose="020B0604020202020204" pitchFamily="34" charset="0"/>
              </a:rPr>
              <a:t>QUIZ 05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A16E934-89F2-90C1-6239-B4FEEA448D4F}"/>
              </a:ext>
            </a:extLst>
          </p:cNvPr>
          <p:cNvGrpSpPr/>
          <p:nvPr/>
        </p:nvGrpSpPr>
        <p:grpSpPr>
          <a:xfrm>
            <a:off x="983467" y="2633024"/>
            <a:ext cx="3460928" cy="3372023"/>
            <a:chOff x="1331666" y="1197841"/>
            <a:chExt cx="3460928" cy="337202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7BE1574F-F6B9-1061-A21A-4B4054291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666" y="1197841"/>
              <a:ext cx="3460928" cy="337202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A8314D3-9842-FACB-50E1-F834829FC0C4}"/>
                </a:ext>
              </a:extLst>
            </p:cNvPr>
            <p:cNvSpPr txBox="1"/>
            <p:nvPr/>
          </p:nvSpPr>
          <p:spPr>
            <a:xfrm>
              <a:off x="2350970" y="2133708"/>
              <a:ext cx="3195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  <a:latin typeface="Arial" panose="020B0604020202020204" pitchFamily="34" charset="0"/>
                  <a:ea typeface="Gadugi" panose="020B0502040204020203" pitchFamily="34" charset="0"/>
                  <a:cs typeface="Arial" panose="020B0604020202020204" pitchFamily="34" charset="0"/>
                </a:rPr>
                <a:t>1</a:t>
              </a:r>
              <a:endParaRPr lang="zh-CN" altLang="en-US" dirty="0">
                <a:solidFill>
                  <a:srgbClr val="7030A0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A268A9B-01A2-C4C0-D9FB-5D35875C3346}"/>
                </a:ext>
              </a:extLst>
            </p:cNvPr>
            <p:cNvSpPr txBox="1"/>
            <p:nvPr/>
          </p:nvSpPr>
          <p:spPr>
            <a:xfrm>
              <a:off x="3689837" y="2133708"/>
              <a:ext cx="3195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  <a:latin typeface="Arial" panose="020B0604020202020204" pitchFamily="34" charset="0"/>
                  <a:ea typeface="Gadugi" panose="020B0502040204020203" pitchFamily="34" charset="0"/>
                  <a:cs typeface="Arial" panose="020B0604020202020204" pitchFamily="34" charset="0"/>
                </a:rPr>
                <a:t>2</a:t>
              </a:r>
              <a:endParaRPr lang="zh-CN" altLang="en-US" dirty="0">
                <a:solidFill>
                  <a:srgbClr val="7030A0"/>
                </a:solidFill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B18BC1C-63C6-20C2-B9FD-0D116181F9E8}"/>
                </a:ext>
              </a:extLst>
            </p:cNvPr>
            <p:cNvSpPr txBox="1"/>
            <p:nvPr/>
          </p:nvSpPr>
          <p:spPr>
            <a:xfrm>
              <a:off x="3005988" y="2782669"/>
              <a:ext cx="3195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  <a:latin typeface="Arial" panose="020B0604020202020204" pitchFamily="34" charset="0"/>
                  <a:ea typeface="Gadugi" panose="020B0502040204020203" pitchFamily="34" charset="0"/>
                  <a:cs typeface="Arial" panose="020B0604020202020204" pitchFamily="34" charset="0"/>
                </a:rPr>
                <a:t>3</a:t>
              </a:r>
              <a:endParaRPr lang="zh-CN" altLang="en-US" dirty="0">
                <a:solidFill>
                  <a:srgbClr val="7030A0"/>
                </a:solidFill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BCBD935B-FE8E-C2BF-BB89-12CA8D903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35" y="2044813"/>
            <a:ext cx="4166037" cy="3522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A685EED-029F-5C76-21F6-93C1C9B6470B}"/>
                  </a:ext>
                </a:extLst>
              </p:cNvPr>
              <p:cNvSpPr txBox="1"/>
              <p:nvPr/>
            </p:nvSpPr>
            <p:spPr>
              <a:xfrm>
                <a:off x="5286496" y="2423387"/>
                <a:ext cx="6582032" cy="35807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K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       =</m:t>
                      </m:r>
                      <m:sSub>
                        <m:sSubPr>
                          <m:ctrlP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K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Gadugi" panose="020B0502040204020203" pitchFamily="34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zh-CN" i="0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Take</m:t>
                      </m:r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first</m:t>
                      </m:r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point</m:t>
                      </m:r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0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i="0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here</m:t>
                      </m:r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:</m:t>
                      </m:r>
                      <m:r>
                        <a:rPr lang="en-US" altLang="zh-CN" i="0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       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−(</m:t>
                      </m:r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  <m:sSup>
                        <m:sSup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Gadugi" panose="020B0502040204020203" pitchFamily="34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Gadugi" panose="020B0502040204020203" pitchFamily="34" charset="0"/>
                                      <a:cs typeface="Arial" panose="020B0604020202020204" pitchFamily="34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1−(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sSup>
                        <m:sSup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sSup>
                        <m:sSup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1∗</m:t>
                      </m:r>
                      <m:sSup>
                        <m:sSup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Gadugi" panose="020B0502040204020203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       =1−(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+0−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       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Gadugi" panose="020B0502040204020203" pitchFamily="34" charset="0"/>
                          <a:cs typeface="Arial" panose="020B0604020202020204" pitchFamily="34" charset="0"/>
                        </a:rPr>
                        <m:t>−1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A685EED-029F-5C76-21F6-93C1C9B64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496" y="2423387"/>
                <a:ext cx="6582032" cy="35807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2ED433C-DC84-1CF9-3F4F-50ADEF88FB8D}"/>
                  </a:ext>
                </a:extLst>
              </p:cNvPr>
              <p:cNvSpPr txBox="1"/>
              <p:nvPr/>
            </p:nvSpPr>
            <p:spPr>
              <a:xfrm>
                <a:off x="9478068" y="589524"/>
                <a:ext cx="1572950" cy="887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l-GR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934BC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l-GR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934BC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2ED433C-DC84-1CF9-3F4F-50ADEF88F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8068" y="589524"/>
                <a:ext cx="1572950" cy="8879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741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5001</TotalTime>
  <Words>666</Words>
  <Application>Microsoft Office PowerPoint</Application>
  <PresentationFormat>宽屏</PresentationFormat>
  <Paragraphs>121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等线 Light</vt:lpstr>
      <vt:lpstr>Arial</vt:lpstr>
      <vt:lpstr>Cambria</vt:lpstr>
      <vt:lpstr>Cambria Math</vt:lpstr>
      <vt:lpstr>Gadugi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Daize Dong</dc:creator>
  <cp:lastModifiedBy>Daize Dong</cp:lastModifiedBy>
  <cp:revision>4</cp:revision>
  <dcterms:created xsi:type="dcterms:W3CDTF">2025-09-13T19:53:28Z</dcterms:created>
  <dcterms:modified xsi:type="dcterms:W3CDTF">2025-11-24T23:12:56Z</dcterms:modified>
</cp:coreProperties>
</file>