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4" r:id="rId3"/>
    <p:sldId id="364" r:id="rId4"/>
    <p:sldId id="314" r:id="rId5"/>
    <p:sldId id="311" r:id="rId6"/>
    <p:sldId id="344" r:id="rId7"/>
    <p:sldId id="345" r:id="rId8"/>
    <p:sldId id="346" r:id="rId9"/>
    <p:sldId id="310" r:id="rId10"/>
    <p:sldId id="360" r:id="rId11"/>
    <p:sldId id="385" r:id="rId12"/>
    <p:sldId id="386" r:id="rId13"/>
    <p:sldId id="387" r:id="rId14"/>
    <p:sldId id="378" r:id="rId15"/>
    <p:sldId id="379" r:id="rId16"/>
    <p:sldId id="380" r:id="rId17"/>
    <p:sldId id="381" r:id="rId18"/>
    <p:sldId id="382" r:id="rId19"/>
    <p:sldId id="383" r:id="rId20"/>
    <p:sldId id="384"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34BC9"/>
    <a:srgbClr val="413A88"/>
    <a:srgbClr val="9797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08686-7D7F-411B-9E75-37D9C26A7C33}" v="577" dt="2025-11-18T01:02:42.48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22" autoAdjust="0"/>
    <p:restoredTop sz="94687" autoAdjust="0"/>
  </p:normalViewPr>
  <p:slideViewPr>
    <p:cSldViewPr snapToGrid="0">
      <p:cViewPr varScale="1">
        <p:scale>
          <a:sx n="105" d="100"/>
          <a:sy n="105" d="100"/>
        </p:scale>
        <p:origin x="280" y="6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ize Dong" userId="a5f59ade607e3dcb" providerId="LiveId" clId="{FFDC1BE5-C1CE-41D9-8887-3D0A03346BC9}"/>
    <pc:docChg chg="undo redo custSel addSld delSld modSld sldOrd">
      <pc:chgData name="Daize Dong" userId="a5f59ade607e3dcb" providerId="LiveId" clId="{FFDC1BE5-C1CE-41D9-8887-3D0A03346BC9}" dt="2025-11-18T01:08:38.515" v="17809" actId="47"/>
      <pc:docMkLst>
        <pc:docMk/>
      </pc:docMkLst>
      <pc:sldChg chg="addSp delSp modSp add mod">
        <pc:chgData name="Daize Dong" userId="a5f59ade607e3dcb" providerId="LiveId" clId="{FFDC1BE5-C1CE-41D9-8887-3D0A03346BC9}" dt="2025-11-17T21:18:56.419" v="16504" actId="20577"/>
        <pc:sldMkLst>
          <pc:docMk/>
          <pc:sldMk cId="3937104148" sldId="272"/>
        </pc:sldMkLst>
        <pc:spChg chg="mod">
          <ac:chgData name="Daize Dong" userId="a5f59ade607e3dcb" providerId="LiveId" clId="{FFDC1BE5-C1CE-41D9-8887-3D0A03346BC9}" dt="2025-11-17T21:18:56.419" v="16504" actId="20577"/>
          <ac:spMkLst>
            <pc:docMk/>
            <pc:sldMk cId="3937104148" sldId="272"/>
            <ac:spMk id="3" creationId="{35C1D58F-D4AA-2E60-2738-4F1DAE802537}"/>
          </ac:spMkLst>
        </pc:spChg>
      </pc:sldChg>
      <pc:sldChg chg="addSp delSp modSp add mod ord">
        <pc:chgData name="Daize Dong" userId="a5f59ade607e3dcb" providerId="LiveId" clId="{FFDC1BE5-C1CE-41D9-8887-3D0A03346BC9}" dt="2025-11-17T21:28:03.619" v="16625" actId="1076"/>
        <pc:sldMkLst>
          <pc:docMk/>
          <pc:sldMk cId="1581673221" sldId="274"/>
        </pc:sldMkLst>
        <pc:spChg chg="mod">
          <ac:chgData name="Daize Dong" userId="a5f59ade607e3dcb" providerId="LiveId" clId="{FFDC1BE5-C1CE-41D9-8887-3D0A03346BC9}" dt="2025-11-10T17:31:44.218" v="12975" actId="1076"/>
          <ac:spMkLst>
            <pc:docMk/>
            <pc:sldMk cId="1581673221" sldId="274"/>
            <ac:spMk id="3" creationId="{B2FDEE2B-03B6-919E-C949-0A35F9D381EC}"/>
          </ac:spMkLst>
        </pc:spChg>
        <pc:spChg chg="mod">
          <ac:chgData name="Daize Dong" userId="a5f59ade607e3dcb" providerId="LiveId" clId="{FFDC1BE5-C1CE-41D9-8887-3D0A03346BC9}" dt="2025-11-17T21:28:03.619" v="16625" actId="1076"/>
          <ac:spMkLst>
            <pc:docMk/>
            <pc:sldMk cId="1581673221" sldId="274"/>
            <ac:spMk id="5" creationId="{4BAB7A37-0F49-4009-FBB7-94EDB1BDE261}"/>
          </ac:spMkLst>
        </pc:spChg>
      </pc:sldChg>
      <pc:sldChg chg="addSp delSp modSp del mod ord">
        <pc:chgData name="Daize Dong" userId="a5f59ade607e3dcb" providerId="LiveId" clId="{FFDC1BE5-C1CE-41D9-8887-3D0A03346BC9}" dt="2025-11-18T01:08:38.515" v="17809" actId="47"/>
        <pc:sldMkLst>
          <pc:docMk/>
          <pc:sldMk cId="3716923349" sldId="285"/>
        </pc:sldMkLst>
      </pc:sldChg>
      <pc:sldChg chg="addSp delSp modSp add mod ord">
        <pc:chgData name="Daize Dong" userId="a5f59ade607e3dcb" providerId="LiveId" clId="{FFDC1BE5-C1CE-41D9-8887-3D0A03346BC9}" dt="2025-11-17T23:07:06.889" v="17133"/>
        <pc:sldMkLst>
          <pc:docMk/>
          <pc:sldMk cId="2885554354" sldId="310"/>
        </pc:sldMkLst>
        <pc:spChg chg="mod">
          <ac:chgData name="Daize Dong" userId="a5f59ade607e3dcb" providerId="LiveId" clId="{FFDC1BE5-C1CE-41D9-8887-3D0A03346BC9}" dt="2025-11-17T22:34:38.379" v="16639"/>
          <ac:spMkLst>
            <pc:docMk/>
            <pc:sldMk cId="2885554354" sldId="310"/>
            <ac:spMk id="8" creationId="{E2234FD5-8644-AFED-69D4-D495670AA534}"/>
          </ac:spMkLst>
        </pc:spChg>
        <pc:spChg chg="add mod">
          <ac:chgData name="Daize Dong" userId="a5f59ade607e3dcb" providerId="LiveId" clId="{FFDC1BE5-C1CE-41D9-8887-3D0A03346BC9}" dt="2025-11-17T23:07:06.889" v="17133"/>
          <ac:spMkLst>
            <pc:docMk/>
            <pc:sldMk cId="2885554354" sldId="310"/>
            <ac:spMk id="12" creationId="{FFD3791E-1EC4-DA02-1A81-A9A9F825DA12}"/>
          </ac:spMkLst>
        </pc:spChg>
        <pc:grpChg chg="del">
          <ac:chgData name="Daize Dong" userId="a5f59ade607e3dcb" providerId="LiveId" clId="{FFDC1BE5-C1CE-41D9-8887-3D0A03346BC9}" dt="2025-11-17T22:42:49.216" v="16765" actId="21"/>
          <ac:grpSpMkLst>
            <pc:docMk/>
            <pc:sldMk cId="2885554354" sldId="310"/>
            <ac:grpSpMk id="5" creationId="{EE823F03-32E8-0AC2-1FCC-2D31E6EA8292}"/>
          </ac:grpSpMkLst>
        </pc:grpChg>
        <pc:picChg chg="add mod ord">
          <ac:chgData name="Daize Dong" userId="a5f59ade607e3dcb" providerId="LiveId" clId="{FFDC1BE5-C1CE-41D9-8887-3D0A03346BC9}" dt="2025-11-17T22:38:54.377" v="16723" actId="1076"/>
          <ac:picMkLst>
            <pc:docMk/>
            <pc:sldMk cId="2885554354" sldId="310"/>
            <ac:picMk id="3" creationId="{DFE0F5DF-B9F1-57A7-26CE-6EFDB823D76A}"/>
          </ac:picMkLst>
        </pc:picChg>
        <pc:picChg chg="del">
          <ac:chgData name="Daize Dong" userId="a5f59ade607e3dcb" providerId="LiveId" clId="{FFDC1BE5-C1CE-41D9-8887-3D0A03346BC9}" dt="2025-11-17T22:37:08.251" v="16696" actId="478"/>
          <ac:picMkLst>
            <pc:docMk/>
            <pc:sldMk cId="2885554354" sldId="310"/>
            <ac:picMk id="4" creationId="{AAE137DB-F0ED-8621-E0AA-DB1CA87BAAB5}"/>
          </ac:picMkLst>
        </pc:picChg>
      </pc:sldChg>
      <pc:sldChg chg="addSp delSp modSp add mod ord">
        <pc:chgData name="Daize Dong" userId="a5f59ade607e3dcb" providerId="LiveId" clId="{FFDC1BE5-C1CE-41D9-8887-3D0A03346BC9}" dt="2025-11-17T22:53:57.427" v="16962" actId="20577"/>
        <pc:sldMkLst>
          <pc:docMk/>
          <pc:sldMk cId="2571224148" sldId="311"/>
        </pc:sldMkLst>
        <pc:spChg chg="del mod">
          <ac:chgData name="Daize Dong" userId="a5f59ade607e3dcb" providerId="LiveId" clId="{FFDC1BE5-C1CE-41D9-8887-3D0A03346BC9}" dt="2025-11-17T22:51:57.251" v="16835" actId="478"/>
          <ac:spMkLst>
            <pc:docMk/>
            <pc:sldMk cId="2571224148" sldId="311"/>
            <ac:spMk id="2" creationId="{02036FA1-ED1E-ED5A-E820-593F916A3B11}"/>
          </ac:spMkLst>
        </pc:spChg>
        <pc:spChg chg="add mod">
          <ac:chgData name="Daize Dong" userId="a5f59ade607e3dcb" providerId="LiveId" clId="{FFDC1BE5-C1CE-41D9-8887-3D0A03346BC9}" dt="2025-11-17T22:52:04.327" v="16839" actId="1076"/>
          <ac:spMkLst>
            <pc:docMk/>
            <pc:sldMk cId="2571224148" sldId="311"/>
            <ac:spMk id="3" creationId="{6D477135-0BB3-1DF2-CD94-840C44584B60}"/>
          </ac:spMkLst>
        </pc:spChg>
        <pc:spChg chg="mod">
          <ac:chgData name="Daize Dong" userId="a5f59ade607e3dcb" providerId="LiveId" clId="{FFDC1BE5-C1CE-41D9-8887-3D0A03346BC9}" dt="2025-11-17T22:34:30.251" v="16635" actId="20577"/>
          <ac:spMkLst>
            <pc:docMk/>
            <pc:sldMk cId="2571224148" sldId="311"/>
            <ac:spMk id="5" creationId="{FD8E79ED-B23C-AD20-C27D-F8661564C74F}"/>
          </ac:spMkLst>
        </pc:spChg>
        <pc:spChg chg="del mod">
          <ac:chgData name="Daize Dong" userId="a5f59ade607e3dcb" providerId="LiveId" clId="{FFDC1BE5-C1CE-41D9-8887-3D0A03346BC9}" dt="2025-11-17T22:51:57.251" v="16835" actId="478"/>
          <ac:spMkLst>
            <pc:docMk/>
            <pc:sldMk cId="2571224148" sldId="311"/>
            <ac:spMk id="6" creationId="{F4364FDC-79E3-E6A6-72E4-F03792754263}"/>
          </ac:spMkLst>
        </pc:spChg>
        <pc:spChg chg="mod">
          <ac:chgData name="Daize Dong" userId="a5f59ade607e3dcb" providerId="LiveId" clId="{FFDC1BE5-C1CE-41D9-8887-3D0A03346BC9}" dt="2025-11-17T22:43:00.383" v="16766" actId="207"/>
          <ac:spMkLst>
            <pc:docMk/>
            <pc:sldMk cId="2571224148" sldId="311"/>
            <ac:spMk id="7" creationId="{1A09772F-FDD2-5C7A-2A56-27AFE16A6448}"/>
          </ac:spMkLst>
        </pc:spChg>
        <pc:spChg chg="add del mod">
          <ac:chgData name="Daize Dong" userId="a5f59ade607e3dcb" providerId="LiveId" clId="{FFDC1BE5-C1CE-41D9-8887-3D0A03346BC9}" dt="2025-11-17T22:52:46.745" v="16931" actId="20577"/>
          <ac:spMkLst>
            <pc:docMk/>
            <pc:sldMk cId="2571224148" sldId="311"/>
            <ac:spMk id="9" creationId="{E3BA595E-43FE-731B-634C-CA5F3A4D9CCE}"/>
          </ac:spMkLst>
        </pc:spChg>
        <pc:graphicFrameChg chg="mod modGraphic">
          <ac:chgData name="Daize Dong" userId="a5f59ade607e3dcb" providerId="LiveId" clId="{FFDC1BE5-C1CE-41D9-8887-3D0A03346BC9}" dt="2025-11-17T22:53:57.427" v="16962" actId="20577"/>
          <ac:graphicFrameMkLst>
            <pc:docMk/>
            <pc:sldMk cId="2571224148" sldId="311"/>
            <ac:graphicFrameMk id="4" creationId="{9AFFCB88-2C05-76AE-C8D0-9545E9AED1CD}"/>
          </ac:graphicFrameMkLst>
        </pc:graphicFrameChg>
      </pc:sldChg>
      <pc:sldChg chg="delSp modSp add mod ord">
        <pc:chgData name="Daize Dong" userId="a5f59ade607e3dcb" providerId="LiveId" clId="{FFDC1BE5-C1CE-41D9-8887-3D0A03346BC9}" dt="2025-11-17T22:53:54.094" v="16961" actId="20577"/>
        <pc:sldMkLst>
          <pc:docMk/>
          <pc:sldMk cId="3446138467" sldId="314"/>
        </pc:sldMkLst>
        <pc:spChg chg="mod">
          <ac:chgData name="Daize Dong" userId="a5f59ade607e3dcb" providerId="LiveId" clId="{FFDC1BE5-C1CE-41D9-8887-3D0A03346BC9}" dt="2025-11-17T22:48:00.710" v="16784" actId="115"/>
          <ac:spMkLst>
            <pc:docMk/>
            <pc:sldMk cId="3446138467" sldId="314"/>
            <ac:spMk id="2" creationId="{A909F160-7DFF-E31E-B459-436F9BC3B8CA}"/>
          </ac:spMkLst>
        </pc:spChg>
        <pc:spChg chg="mod">
          <ac:chgData name="Daize Dong" userId="a5f59ade607e3dcb" providerId="LiveId" clId="{FFDC1BE5-C1CE-41D9-8887-3D0A03346BC9}" dt="2025-11-17T22:34:13.334" v="16631" actId="20577"/>
          <ac:spMkLst>
            <pc:docMk/>
            <pc:sldMk cId="3446138467" sldId="314"/>
            <ac:spMk id="3" creationId="{6BAB5F28-D0B0-A985-526F-76CDF1DCF2DF}"/>
          </ac:spMkLst>
        </pc:spChg>
        <pc:spChg chg="del">
          <ac:chgData name="Daize Dong" userId="a5f59ade607e3dcb" providerId="LiveId" clId="{FFDC1BE5-C1CE-41D9-8887-3D0A03346BC9}" dt="2025-11-17T22:48:55.271" v="16786" actId="21"/>
          <ac:spMkLst>
            <pc:docMk/>
            <pc:sldMk cId="3446138467" sldId="314"/>
            <ac:spMk id="5" creationId="{9476B1E0-749D-3B8C-A0A2-1ED9D4D72B5D}"/>
          </ac:spMkLst>
        </pc:spChg>
        <pc:spChg chg="mod">
          <ac:chgData name="Daize Dong" userId="a5f59ade607e3dcb" providerId="LiveId" clId="{FFDC1BE5-C1CE-41D9-8887-3D0A03346BC9}" dt="2025-11-17T22:50:21.734" v="16834" actId="1076"/>
          <ac:spMkLst>
            <pc:docMk/>
            <pc:sldMk cId="3446138467" sldId="314"/>
            <ac:spMk id="11" creationId="{1ACA367C-C87B-2E84-D73E-D9D19633BE82}"/>
          </ac:spMkLst>
        </pc:spChg>
        <pc:graphicFrameChg chg="modGraphic">
          <ac:chgData name="Daize Dong" userId="a5f59ade607e3dcb" providerId="LiveId" clId="{FFDC1BE5-C1CE-41D9-8887-3D0A03346BC9}" dt="2025-11-17T22:53:54.094" v="16961" actId="20577"/>
          <ac:graphicFrameMkLst>
            <pc:docMk/>
            <pc:sldMk cId="3446138467" sldId="314"/>
            <ac:graphicFrameMk id="6" creationId="{219E2ED8-6D88-516F-CA47-5B54BF51BCCA}"/>
          </ac:graphicFrameMkLst>
        </pc:graphicFrameChg>
        <pc:picChg chg="del">
          <ac:chgData name="Daize Dong" userId="a5f59ade607e3dcb" providerId="LiveId" clId="{FFDC1BE5-C1CE-41D9-8887-3D0A03346BC9}" dt="2025-11-17T22:48:52.801" v="16785" actId="21"/>
          <ac:picMkLst>
            <pc:docMk/>
            <pc:sldMk cId="3446138467" sldId="314"/>
            <ac:picMk id="8" creationId="{122C3F05-2A60-1797-20E3-739231A3121D}"/>
          </ac:picMkLst>
        </pc:picChg>
      </pc:sldChg>
      <pc:sldChg chg="addSp delSp modSp add mod ord">
        <pc:chgData name="Daize Dong" userId="a5f59ade607e3dcb" providerId="LiveId" clId="{FFDC1BE5-C1CE-41D9-8887-3D0A03346BC9}" dt="2025-11-17T22:53:59.580" v="16963" actId="20577"/>
        <pc:sldMkLst>
          <pc:docMk/>
          <pc:sldMk cId="3014023908" sldId="344"/>
        </pc:sldMkLst>
        <pc:spChg chg="mod">
          <ac:chgData name="Daize Dong" userId="a5f59ade607e3dcb" providerId="LiveId" clId="{FFDC1BE5-C1CE-41D9-8887-3D0A03346BC9}" dt="2025-11-17T22:43:23.486" v="16772" actId="207"/>
          <ac:spMkLst>
            <pc:docMk/>
            <pc:sldMk cId="3014023908" sldId="344"/>
            <ac:spMk id="2" creationId="{296FE505-D5BC-B0C2-64BC-1AB71DCE47F6}"/>
          </ac:spMkLst>
        </pc:spChg>
        <pc:spChg chg="add">
          <ac:chgData name="Daize Dong" userId="a5f59ade607e3dcb" providerId="LiveId" clId="{FFDC1BE5-C1CE-41D9-8887-3D0A03346BC9}" dt="2025-11-17T22:34:58.415" v="16642"/>
          <ac:spMkLst>
            <pc:docMk/>
            <pc:sldMk cId="3014023908" sldId="344"/>
            <ac:spMk id="3" creationId="{C98EF582-AEE9-D89E-2247-67FDFB4C1B95}"/>
          </ac:spMkLst>
        </pc:spChg>
        <pc:spChg chg="add mod">
          <ac:chgData name="Daize Dong" userId="a5f59ade607e3dcb" providerId="LiveId" clId="{FFDC1BE5-C1CE-41D9-8887-3D0A03346BC9}" dt="2025-11-17T22:53:24.349" v="16960" actId="20577"/>
          <ac:spMkLst>
            <pc:docMk/>
            <pc:sldMk cId="3014023908" sldId="344"/>
            <ac:spMk id="4" creationId="{286EC180-2DB1-ED90-679F-4B0CE888FA6E}"/>
          </ac:spMkLst>
        </pc:spChg>
        <pc:spChg chg="mod">
          <ac:chgData name="Daize Dong" userId="a5f59ade607e3dcb" providerId="LiveId" clId="{FFDC1BE5-C1CE-41D9-8887-3D0A03346BC9}" dt="2025-11-17T22:34:32.913" v="16636"/>
          <ac:spMkLst>
            <pc:docMk/>
            <pc:sldMk cId="3014023908" sldId="344"/>
            <ac:spMk id="5" creationId="{6F8F6B41-2C39-502A-4F2C-E0700536F941}"/>
          </ac:spMkLst>
        </pc:spChg>
        <pc:spChg chg="del">
          <ac:chgData name="Daize Dong" userId="a5f59ade607e3dcb" providerId="LiveId" clId="{FFDC1BE5-C1CE-41D9-8887-3D0A03346BC9}" dt="2025-11-17T22:53:11.356" v="16932" actId="21"/>
          <ac:spMkLst>
            <pc:docMk/>
            <pc:sldMk cId="3014023908" sldId="344"/>
            <ac:spMk id="10" creationId="{A6C866AB-1B08-A7D0-0395-9492C469A3A1}"/>
          </ac:spMkLst>
        </pc:spChg>
        <pc:graphicFrameChg chg="modGraphic">
          <ac:chgData name="Daize Dong" userId="a5f59ade607e3dcb" providerId="LiveId" clId="{FFDC1BE5-C1CE-41D9-8887-3D0A03346BC9}" dt="2025-11-17T22:53:59.580" v="16963" actId="20577"/>
          <ac:graphicFrameMkLst>
            <pc:docMk/>
            <pc:sldMk cId="3014023908" sldId="344"/>
            <ac:graphicFrameMk id="8" creationId="{35D6DD70-2370-ACE0-B22E-643C4524C32A}"/>
          </ac:graphicFrameMkLst>
        </pc:graphicFrameChg>
        <pc:picChg chg="del">
          <ac:chgData name="Daize Dong" userId="a5f59ade607e3dcb" providerId="LiveId" clId="{FFDC1BE5-C1CE-41D9-8887-3D0A03346BC9}" dt="2025-11-17T22:53:11.356" v="16932" actId="21"/>
          <ac:picMkLst>
            <pc:docMk/>
            <pc:sldMk cId="3014023908" sldId="344"/>
            <ac:picMk id="9" creationId="{3A604A3D-3997-B8A1-A657-2FE16604A6BA}"/>
          </ac:picMkLst>
        </pc:picChg>
      </pc:sldChg>
      <pc:sldChg chg="addSp delSp modSp add mod ord">
        <pc:chgData name="Daize Dong" userId="a5f59ade607e3dcb" providerId="LiveId" clId="{FFDC1BE5-C1CE-41D9-8887-3D0A03346BC9}" dt="2025-11-17T22:56:53.317" v="17015" actId="1076"/>
        <pc:sldMkLst>
          <pc:docMk/>
          <pc:sldMk cId="2162400396" sldId="345"/>
        </pc:sldMkLst>
        <pc:spChg chg="mod">
          <ac:chgData name="Daize Dong" userId="a5f59ade607e3dcb" providerId="LiveId" clId="{FFDC1BE5-C1CE-41D9-8887-3D0A03346BC9}" dt="2025-11-17T22:56:21.888" v="16999" actId="115"/>
          <ac:spMkLst>
            <pc:docMk/>
            <pc:sldMk cId="2162400396" sldId="345"/>
            <ac:spMk id="2" creationId="{2981F756-3358-677A-21BE-BD722952138F}"/>
          </ac:spMkLst>
        </pc:spChg>
        <pc:spChg chg="add">
          <ac:chgData name="Daize Dong" userId="a5f59ade607e3dcb" providerId="LiveId" clId="{FFDC1BE5-C1CE-41D9-8887-3D0A03346BC9}" dt="2025-11-17T22:35:18.630" v="16644"/>
          <ac:spMkLst>
            <pc:docMk/>
            <pc:sldMk cId="2162400396" sldId="345"/>
            <ac:spMk id="3" creationId="{C9F3B86F-AEFA-D667-54FD-3CFF88BD9E35}"/>
          </ac:spMkLst>
        </pc:spChg>
        <pc:spChg chg="mod">
          <ac:chgData name="Daize Dong" userId="a5f59ade607e3dcb" providerId="LiveId" clId="{FFDC1BE5-C1CE-41D9-8887-3D0A03346BC9}" dt="2025-11-17T22:34:34.941" v="16637"/>
          <ac:spMkLst>
            <pc:docMk/>
            <pc:sldMk cId="2162400396" sldId="345"/>
            <ac:spMk id="5" creationId="{B77C15DA-73E9-4F04-B5CF-0C3315770249}"/>
          </ac:spMkLst>
        </pc:spChg>
        <pc:spChg chg="mod">
          <ac:chgData name="Daize Dong" userId="a5f59ade607e3dcb" providerId="LiveId" clId="{FFDC1BE5-C1CE-41D9-8887-3D0A03346BC9}" dt="2025-11-17T22:56:31.917" v="17013" actId="1076"/>
          <ac:spMkLst>
            <pc:docMk/>
            <pc:sldMk cId="2162400396" sldId="345"/>
            <ac:spMk id="6" creationId="{BD3F0278-4A7C-B004-2ED7-D0605623A878}"/>
          </ac:spMkLst>
        </pc:spChg>
        <pc:spChg chg="mod">
          <ac:chgData name="Daize Dong" userId="a5f59ade607e3dcb" providerId="LiveId" clId="{FFDC1BE5-C1CE-41D9-8887-3D0A03346BC9}" dt="2025-11-17T22:55:41.643" v="16970" actId="1076"/>
          <ac:spMkLst>
            <pc:docMk/>
            <pc:sldMk cId="2162400396" sldId="345"/>
            <ac:spMk id="7" creationId="{2FD71B55-FFBE-06BE-4A67-790A5AF42857}"/>
          </ac:spMkLst>
        </pc:spChg>
        <pc:spChg chg="del">
          <ac:chgData name="Daize Dong" userId="a5f59ade607e3dcb" providerId="LiveId" clId="{FFDC1BE5-C1CE-41D9-8887-3D0A03346BC9}" dt="2025-11-17T22:56:46.684" v="17014" actId="21"/>
          <ac:spMkLst>
            <pc:docMk/>
            <pc:sldMk cId="2162400396" sldId="345"/>
            <ac:spMk id="8" creationId="{286A96F8-A4D2-DD5A-DA1F-5B3E1BF7EA85}"/>
          </ac:spMkLst>
        </pc:spChg>
        <pc:spChg chg="add mod">
          <ac:chgData name="Daize Dong" userId="a5f59ade607e3dcb" providerId="LiveId" clId="{FFDC1BE5-C1CE-41D9-8887-3D0A03346BC9}" dt="2025-11-17T22:56:53.317" v="17015" actId="1076"/>
          <ac:spMkLst>
            <pc:docMk/>
            <pc:sldMk cId="2162400396" sldId="345"/>
            <ac:spMk id="9" creationId="{3878CE15-1063-880F-794B-B7FADA0D6F8A}"/>
          </ac:spMkLst>
        </pc:spChg>
        <pc:graphicFrameChg chg="modGraphic">
          <ac:chgData name="Daize Dong" userId="a5f59ade607e3dcb" providerId="LiveId" clId="{FFDC1BE5-C1CE-41D9-8887-3D0A03346BC9}" dt="2025-11-17T22:42:21.493" v="16759" actId="20577"/>
          <ac:graphicFrameMkLst>
            <pc:docMk/>
            <pc:sldMk cId="2162400396" sldId="345"/>
            <ac:graphicFrameMk id="4" creationId="{95B26651-5AE1-7024-0BA4-3953B3406476}"/>
          </ac:graphicFrameMkLst>
        </pc:graphicFrameChg>
      </pc:sldChg>
      <pc:sldChg chg="addSp modSp add mod ord">
        <pc:chgData name="Daize Dong" userId="a5f59ade607e3dcb" providerId="LiveId" clId="{FFDC1BE5-C1CE-41D9-8887-3D0A03346BC9}" dt="2025-11-17T22:57:51.197" v="17019" actId="20577"/>
        <pc:sldMkLst>
          <pc:docMk/>
          <pc:sldMk cId="3637758853" sldId="346"/>
        </pc:sldMkLst>
        <pc:spChg chg="mod">
          <ac:chgData name="Daize Dong" userId="a5f59ade607e3dcb" providerId="LiveId" clId="{FFDC1BE5-C1CE-41D9-8887-3D0A03346BC9}" dt="2025-11-17T22:44:01.771" v="16780" actId="207"/>
          <ac:spMkLst>
            <pc:docMk/>
            <pc:sldMk cId="3637758853" sldId="346"/>
            <ac:spMk id="2" creationId="{52DE8D12-A31A-F6AE-0C96-017E1C77079B}"/>
          </ac:spMkLst>
        </pc:spChg>
        <pc:spChg chg="add mod">
          <ac:chgData name="Daize Dong" userId="a5f59ade607e3dcb" providerId="LiveId" clId="{FFDC1BE5-C1CE-41D9-8887-3D0A03346BC9}" dt="2025-11-17T22:57:49.286" v="17017" actId="1076"/>
          <ac:spMkLst>
            <pc:docMk/>
            <pc:sldMk cId="3637758853" sldId="346"/>
            <ac:spMk id="3" creationId="{16CB0591-39E1-7521-7F42-18A367634D3C}"/>
          </ac:spMkLst>
        </pc:spChg>
        <pc:spChg chg="mod">
          <ac:chgData name="Daize Dong" userId="a5f59ade607e3dcb" providerId="LiveId" clId="{FFDC1BE5-C1CE-41D9-8887-3D0A03346BC9}" dt="2025-11-17T22:34:36.478" v="16638"/>
          <ac:spMkLst>
            <pc:docMk/>
            <pc:sldMk cId="3637758853" sldId="346"/>
            <ac:spMk id="4" creationId="{B597CA54-C918-990B-58C5-3152CC8D9C1C}"/>
          </ac:spMkLst>
        </pc:spChg>
        <pc:spChg chg="mod">
          <ac:chgData name="Daize Dong" userId="a5f59ade607e3dcb" providerId="LiveId" clId="{FFDC1BE5-C1CE-41D9-8887-3D0A03346BC9}" dt="2025-11-17T22:57:51.197" v="17019" actId="20577"/>
          <ac:spMkLst>
            <pc:docMk/>
            <pc:sldMk cId="3637758853" sldId="346"/>
            <ac:spMk id="8" creationId="{E5149F7E-0FF9-0196-DD84-571835945C6C}"/>
          </ac:spMkLst>
        </pc:spChg>
        <pc:graphicFrameChg chg="modGraphic">
          <ac:chgData name="Daize Dong" userId="a5f59ade607e3dcb" providerId="LiveId" clId="{FFDC1BE5-C1CE-41D9-8887-3D0A03346BC9}" dt="2025-11-17T22:54:08.715" v="16964" actId="20577"/>
          <ac:graphicFrameMkLst>
            <pc:docMk/>
            <pc:sldMk cId="3637758853" sldId="346"/>
            <ac:graphicFrameMk id="5" creationId="{1CAEE000-267F-57ED-6BC8-7E69E49BB516}"/>
          </ac:graphicFrameMkLst>
        </pc:graphicFrameChg>
      </pc:sldChg>
      <pc:sldChg chg="addSp delSp modSp add del mod ord">
        <pc:chgData name="Daize Dong" userId="a5f59ade607e3dcb" providerId="LiveId" clId="{FFDC1BE5-C1CE-41D9-8887-3D0A03346BC9}" dt="2025-11-18T01:08:38.515" v="17809" actId="47"/>
        <pc:sldMkLst>
          <pc:docMk/>
          <pc:sldMk cId="2975105357" sldId="350"/>
        </pc:sldMkLst>
      </pc:sldChg>
      <pc:sldChg chg="add del ord">
        <pc:chgData name="Daize Dong" userId="a5f59ade607e3dcb" providerId="LiveId" clId="{FFDC1BE5-C1CE-41D9-8887-3D0A03346BC9}" dt="2025-11-17T23:01:28.588" v="17076" actId="2696"/>
        <pc:sldMkLst>
          <pc:docMk/>
          <pc:sldMk cId="2167825346" sldId="359"/>
        </pc:sldMkLst>
      </pc:sldChg>
      <pc:sldChg chg="addSp delSp modSp add mod ord">
        <pc:chgData name="Daize Dong" userId="a5f59ade607e3dcb" providerId="LiveId" clId="{FFDC1BE5-C1CE-41D9-8887-3D0A03346BC9}" dt="2025-11-17T23:08:12.400" v="17139" actId="1076"/>
        <pc:sldMkLst>
          <pc:docMk/>
          <pc:sldMk cId="331740575" sldId="360"/>
        </pc:sldMkLst>
        <pc:spChg chg="add mod">
          <ac:chgData name="Daize Dong" userId="a5f59ade607e3dcb" providerId="LiveId" clId="{FFDC1BE5-C1CE-41D9-8887-3D0A03346BC9}" dt="2025-11-17T22:58:57.717" v="17036" actId="1076"/>
          <ac:spMkLst>
            <pc:docMk/>
            <pc:sldMk cId="331740575" sldId="360"/>
            <ac:spMk id="4" creationId="{5E95DDA0-DE51-F26B-53D5-94300D90EC8B}"/>
          </ac:spMkLst>
        </pc:spChg>
        <pc:spChg chg="mod">
          <ac:chgData name="Daize Dong" userId="a5f59ade607e3dcb" providerId="LiveId" clId="{FFDC1BE5-C1CE-41D9-8887-3D0A03346BC9}" dt="2025-11-17T22:34:40.468" v="16640"/>
          <ac:spMkLst>
            <pc:docMk/>
            <pc:sldMk cId="331740575" sldId="360"/>
            <ac:spMk id="8" creationId="{AFFA0CF2-26E8-5CCA-ABCF-40D2071BADD0}"/>
          </ac:spMkLst>
        </pc:spChg>
        <pc:spChg chg="add mod">
          <ac:chgData name="Daize Dong" userId="a5f59ade607e3dcb" providerId="LiveId" clId="{FFDC1BE5-C1CE-41D9-8887-3D0A03346BC9}" dt="2025-11-17T23:07:53.364" v="17136" actId="20577"/>
          <ac:spMkLst>
            <pc:docMk/>
            <pc:sldMk cId="331740575" sldId="360"/>
            <ac:spMk id="11" creationId="{21D89236-E6DA-A1BD-F61A-BE16E9F138D7}"/>
          </ac:spMkLst>
        </pc:spChg>
        <pc:spChg chg="add mod">
          <ac:chgData name="Daize Dong" userId="a5f59ade607e3dcb" providerId="LiveId" clId="{FFDC1BE5-C1CE-41D9-8887-3D0A03346BC9}" dt="2025-11-17T23:07:59.264" v="17137" actId="1076"/>
          <ac:spMkLst>
            <pc:docMk/>
            <pc:sldMk cId="331740575" sldId="360"/>
            <ac:spMk id="12" creationId="{447D2458-1D4A-7A72-7309-E883A624A396}"/>
          </ac:spMkLst>
        </pc:spChg>
        <pc:spChg chg="add del mod">
          <ac:chgData name="Daize Dong" userId="a5f59ade607e3dcb" providerId="LiveId" clId="{FFDC1BE5-C1CE-41D9-8887-3D0A03346BC9}" dt="2025-11-17T23:05:13.156" v="17103" actId="21"/>
          <ac:spMkLst>
            <pc:docMk/>
            <pc:sldMk cId="331740575" sldId="360"/>
            <ac:spMk id="13" creationId="{87679264-A392-386A-D8B2-420DF58CDDEB}"/>
          </ac:spMkLst>
        </pc:spChg>
        <pc:spChg chg="add mod">
          <ac:chgData name="Daize Dong" userId="a5f59ade607e3dcb" providerId="LiveId" clId="{FFDC1BE5-C1CE-41D9-8887-3D0A03346BC9}" dt="2025-11-17T23:07:59.264" v="17137" actId="1076"/>
          <ac:spMkLst>
            <pc:docMk/>
            <pc:sldMk cId="331740575" sldId="360"/>
            <ac:spMk id="15" creationId="{17A40C3A-8240-9B3A-C408-95FB256F35DB}"/>
          </ac:spMkLst>
        </pc:spChg>
        <pc:spChg chg="del">
          <ac:chgData name="Daize Dong" userId="a5f59ade607e3dcb" providerId="LiveId" clId="{FFDC1BE5-C1CE-41D9-8887-3D0A03346BC9}" dt="2025-11-17T22:58:27.195" v="17022" actId="478"/>
          <ac:spMkLst>
            <pc:docMk/>
            <pc:sldMk cId="331740575" sldId="360"/>
            <ac:spMk id="16" creationId="{7026F5E2-C7E4-28BB-5680-44D2990C1C9E}"/>
          </ac:spMkLst>
        </pc:spChg>
        <pc:spChg chg="del">
          <ac:chgData name="Daize Dong" userId="a5f59ade607e3dcb" providerId="LiveId" clId="{FFDC1BE5-C1CE-41D9-8887-3D0A03346BC9}" dt="2025-11-17T22:58:27.195" v="17022" actId="478"/>
          <ac:spMkLst>
            <pc:docMk/>
            <pc:sldMk cId="331740575" sldId="360"/>
            <ac:spMk id="18" creationId="{2B48C8DF-2C0B-ABBD-07ED-07A060BC4102}"/>
          </ac:spMkLst>
        </pc:spChg>
        <pc:spChg chg="del">
          <ac:chgData name="Daize Dong" userId="a5f59ade607e3dcb" providerId="LiveId" clId="{FFDC1BE5-C1CE-41D9-8887-3D0A03346BC9}" dt="2025-11-17T22:58:27.195" v="17022" actId="478"/>
          <ac:spMkLst>
            <pc:docMk/>
            <pc:sldMk cId="331740575" sldId="360"/>
            <ac:spMk id="20" creationId="{B50F0B07-46C4-0C81-9DA8-8478A922C3D3}"/>
          </ac:spMkLst>
        </pc:spChg>
        <pc:spChg chg="add mod">
          <ac:chgData name="Daize Dong" userId="a5f59ade607e3dcb" providerId="LiveId" clId="{FFDC1BE5-C1CE-41D9-8887-3D0A03346BC9}" dt="2025-11-17T23:07:59.264" v="17137" actId="1076"/>
          <ac:spMkLst>
            <pc:docMk/>
            <pc:sldMk cId="331740575" sldId="360"/>
            <ac:spMk id="26" creationId="{1803EB3E-2A7D-3961-4856-3F326496CCD7}"/>
          </ac:spMkLst>
        </pc:spChg>
        <pc:spChg chg="del mod">
          <ac:chgData name="Daize Dong" userId="a5f59ade607e3dcb" providerId="LiveId" clId="{FFDC1BE5-C1CE-41D9-8887-3D0A03346BC9}" dt="2025-11-17T23:05:13.156" v="17103" actId="21"/>
          <ac:spMkLst>
            <pc:docMk/>
            <pc:sldMk cId="331740575" sldId="360"/>
            <ac:spMk id="27" creationId="{A18614D0-15A6-9AF0-F1B9-72EBB9715901}"/>
          </ac:spMkLst>
        </pc:spChg>
        <pc:spChg chg="del">
          <ac:chgData name="Daize Dong" userId="a5f59ade607e3dcb" providerId="LiveId" clId="{FFDC1BE5-C1CE-41D9-8887-3D0A03346BC9}" dt="2025-11-17T22:58:27.195" v="17022" actId="478"/>
          <ac:spMkLst>
            <pc:docMk/>
            <pc:sldMk cId="331740575" sldId="360"/>
            <ac:spMk id="28" creationId="{3837C624-1C48-D4E6-3AD7-0AD998F96312}"/>
          </ac:spMkLst>
        </pc:spChg>
        <pc:spChg chg="del">
          <ac:chgData name="Daize Dong" userId="a5f59ade607e3dcb" providerId="LiveId" clId="{FFDC1BE5-C1CE-41D9-8887-3D0A03346BC9}" dt="2025-11-17T22:58:27.195" v="17022" actId="478"/>
          <ac:spMkLst>
            <pc:docMk/>
            <pc:sldMk cId="331740575" sldId="360"/>
            <ac:spMk id="39" creationId="{D44CC31C-DB05-F27F-F679-95B4817AEA76}"/>
          </ac:spMkLst>
        </pc:spChg>
        <pc:spChg chg="mod">
          <ac:chgData name="Daize Dong" userId="a5f59ade607e3dcb" providerId="LiveId" clId="{FFDC1BE5-C1CE-41D9-8887-3D0A03346BC9}" dt="2025-11-17T23:08:07.433" v="17138" actId="1076"/>
          <ac:spMkLst>
            <pc:docMk/>
            <pc:sldMk cId="331740575" sldId="360"/>
            <ac:spMk id="48" creationId="{61167540-3F12-3078-3CAB-D1B38A6B8AC6}"/>
          </ac:spMkLst>
        </pc:spChg>
        <pc:spChg chg="del">
          <ac:chgData name="Daize Dong" userId="a5f59ade607e3dcb" providerId="LiveId" clId="{FFDC1BE5-C1CE-41D9-8887-3D0A03346BC9}" dt="2025-11-17T23:05:25.828" v="17108" actId="21"/>
          <ac:spMkLst>
            <pc:docMk/>
            <pc:sldMk cId="331740575" sldId="360"/>
            <ac:spMk id="49" creationId="{A4211A89-72A7-E547-C866-B84127FD4117}"/>
          </ac:spMkLst>
        </pc:spChg>
        <pc:spChg chg="mod">
          <ac:chgData name="Daize Dong" userId="a5f59ade607e3dcb" providerId="LiveId" clId="{FFDC1BE5-C1CE-41D9-8887-3D0A03346BC9}" dt="2025-11-17T23:06:47.794" v="17132" actId="1076"/>
          <ac:spMkLst>
            <pc:docMk/>
            <pc:sldMk cId="331740575" sldId="360"/>
            <ac:spMk id="50" creationId="{B3BAD103-2538-B4BF-B21B-F0228E15C906}"/>
          </ac:spMkLst>
        </pc:spChg>
        <pc:spChg chg="mod">
          <ac:chgData name="Daize Dong" userId="a5f59ade607e3dcb" providerId="LiveId" clId="{FFDC1BE5-C1CE-41D9-8887-3D0A03346BC9}" dt="2025-11-17T23:08:12.400" v="17139" actId="1076"/>
          <ac:spMkLst>
            <pc:docMk/>
            <pc:sldMk cId="331740575" sldId="360"/>
            <ac:spMk id="51" creationId="{AECC58FD-871E-9BBE-F411-58CD3CB1FE70}"/>
          </ac:spMkLst>
        </pc:spChg>
        <pc:spChg chg="add del mod">
          <ac:chgData name="Daize Dong" userId="a5f59ade607e3dcb" providerId="LiveId" clId="{FFDC1BE5-C1CE-41D9-8887-3D0A03346BC9}" dt="2025-11-17T23:05:25.828" v="17108" actId="21"/>
          <ac:spMkLst>
            <pc:docMk/>
            <pc:sldMk cId="331740575" sldId="360"/>
            <ac:spMk id="52" creationId="{B55772AE-FDFF-66C7-278D-1ACD179D9554}"/>
          </ac:spMkLst>
        </pc:spChg>
        <pc:spChg chg="add del mod">
          <ac:chgData name="Daize Dong" userId="a5f59ade607e3dcb" providerId="LiveId" clId="{FFDC1BE5-C1CE-41D9-8887-3D0A03346BC9}" dt="2025-11-17T23:04:47.147" v="17091" actId="21"/>
          <ac:spMkLst>
            <pc:docMk/>
            <pc:sldMk cId="331740575" sldId="360"/>
            <ac:spMk id="53" creationId="{C9CE5B1C-99ED-6E33-E773-97D4C97CAA28}"/>
          </ac:spMkLst>
        </pc:spChg>
        <pc:spChg chg="add del mod">
          <ac:chgData name="Daize Dong" userId="a5f59ade607e3dcb" providerId="LiveId" clId="{FFDC1BE5-C1CE-41D9-8887-3D0A03346BC9}" dt="2025-11-17T23:04:48.705" v="17092" actId="21"/>
          <ac:spMkLst>
            <pc:docMk/>
            <pc:sldMk cId="331740575" sldId="360"/>
            <ac:spMk id="54" creationId="{882B743E-9EC5-8918-4150-C3F976123E72}"/>
          </ac:spMkLst>
        </pc:spChg>
        <pc:spChg chg="add del mod">
          <ac:chgData name="Daize Dong" userId="a5f59ade607e3dcb" providerId="LiveId" clId="{FFDC1BE5-C1CE-41D9-8887-3D0A03346BC9}" dt="2025-11-17T23:04:53.727" v="17093" actId="21"/>
          <ac:spMkLst>
            <pc:docMk/>
            <pc:sldMk cId="331740575" sldId="360"/>
            <ac:spMk id="55" creationId="{C5494DDE-8823-AC1D-D552-FD840D860A39}"/>
          </ac:spMkLst>
        </pc:spChg>
        <pc:spChg chg="add del mod">
          <ac:chgData name="Daize Dong" userId="a5f59ade607e3dcb" providerId="LiveId" clId="{FFDC1BE5-C1CE-41D9-8887-3D0A03346BC9}" dt="2025-11-17T23:04:54.720" v="17094" actId="21"/>
          <ac:spMkLst>
            <pc:docMk/>
            <pc:sldMk cId="331740575" sldId="360"/>
            <ac:spMk id="56" creationId="{C4FEAE64-7034-684F-E8F0-6C3E1715DD04}"/>
          </ac:spMkLst>
        </pc:spChg>
        <pc:grpChg chg="del">
          <ac:chgData name="Daize Dong" userId="a5f59ade607e3dcb" providerId="LiveId" clId="{FFDC1BE5-C1CE-41D9-8887-3D0A03346BC9}" dt="2025-11-17T22:58:29.796" v="17023" actId="478"/>
          <ac:grpSpMkLst>
            <pc:docMk/>
            <pc:sldMk cId="331740575" sldId="360"/>
            <ac:grpSpMk id="29" creationId="{458D7213-76C5-BAE9-A4C3-9692F5AF0D97}"/>
          </ac:grpSpMkLst>
        </pc:grpChg>
        <pc:grpChg chg="del">
          <ac:chgData name="Daize Dong" userId="a5f59ade607e3dcb" providerId="LiveId" clId="{FFDC1BE5-C1CE-41D9-8887-3D0A03346BC9}" dt="2025-11-17T22:58:27.195" v="17022" actId="478"/>
          <ac:grpSpMkLst>
            <pc:docMk/>
            <pc:sldMk cId="331740575" sldId="360"/>
            <ac:grpSpMk id="32" creationId="{CE803115-3AF3-06E4-4D4C-36B0817660FB}"/>
          </ac:grpSpMkLst>
        </pc:grpChg>
        <pc:grpChg chg="del">
          <ac:chgData name="Daize Dong" userId="a5f59ade607e3dcb" providerId="LiveId" clId="{FFDC1BE5-C1CE-41D9-8887-3D0A03346BC9}" dt="2025-11-17T22:58:27.195" v="17022" actId="478"/>
          <ac:grpSpMkLst>
            <pc:docMk/>
            <pc:sldMk cId="331740575" sldId="360"/>
            <ac:grpSpMk id="33" creationId="{5505396F-5C50-7965-146F-22005595E111}"/>
          </ac:grpSpMkLst>
        </pc:grpChg>
        <pc:grpChg chg="del">
          <ac:chgData name="Daize Dong" userId="a5f59ade607e3dcb" providerId="LiveId" clId="{FFDC1BE5-C1CE-41D9-8887-3D0A03346BC9}" dt="2025-11-17T22:58:27.195" v="17022" actId="478"/>
          <ac:grpSpMkLst>
            <pc:docMk/>
            <pc:sldMk cId="331740575" sldId="360"/>
            <ac:grpSpMk id="34" creationId="{C0FD1F24-4522-20AE-9DFA-69D9F70B19DE}"/>
          </ac:grpSpMkLst>
        </pc:grpChg>
        <pc:grpChg chg="del">
          <ac:chgData name="Daize Dong" userId="a5f59ade607e3dcb" providerId="LiveId" clId="{FFDC1BE5-C1CE-41D9-8887-3D0A03346BC9}" dt="2025-11-17T22:58:27.195" v="17022" actId="478"/>
          <ac:grpSpMkLst>
            <pc:docMk/>
            <pc:sldMk cId="331740575" sldId="360"/>
            <ac:grpSpMk id="35" creationId="{8D774516-BF71-D690-D01C-2C98709858AB}"/>
          </ac:grpSpMkLst>
        </pc:grpChg>
        <pc:grpChg chg="del">
          <ac:chgData name="Daize Dong" userId="a5f59ade607e3dcb" providerId="LiveId" clId="{FFDC1BE5-C1CE-41D9-8887-3D0A03346BC9}" dt="2025-11-17T22:58:27.195" v="17022" actId="478"/>
          <ac:grpSpMkLst>
            <pc:docMk/>
            <pc:sldMk cId="331740575" sldId="360"/>
            <ac:grpSpMk id="44" creationId="{615395FD-B6D4-5AAB-D94C-F9F8FD60A076}"/>
          </ac:grpSpMkLst>
        </pc:grpChg>
        <pc:picChg chg="add mod">
          <ac:chgData name="Daize Dong" userId="a5f59ade607e3dcb" providerId="LiveId" clId="{FFDC1BE5-C1CE-41D9-8887-3D0A03346BC9}" dt="2025-11-17T22:58:40.574" v="17030" actId="1076"/>
          <ac:picMkLst>
            <pc:docMk/>
            <pc:sldMk cId="331740575" sldId="360"/>
            <ac:picMk id="7" creationId="{A5BB5BFE-194B-FD8D-4100-B62308A6C689}"/>
          </ac:picMkLst>
        </pc:picChg>
        <pc:picChg chg="del">
          <ac:chgData name="Daize Dong" userId="a5f59ade607e3dcb" providerId="LiveId" clId="{FFDC1BE5-C1CE-41D9-8887-3D0A03346BC9}" dt="2025-11-17T22:58:21.461" v="17021" actId="21"/>
          <ac:picMkLst>
            <pc:docMk/>
            <pc:sldMk cId="331740575" sldId="360"/>
            <ac:picMk id="9" creationId="{A97F7200-B2CA-E15D-53A0-BE9323A66795}"/>
          </ac:picMkLst>
        </pc:picChg>
        <pc:picChg chg="add mod">
          <ac:chgData name="Daize Dong" userId="a5f59ade607e3dcb" providerId="LiveId" clId="{FFDC1BE5-C1CE-41D9-8887-3D0A03346BC9}" dt="2025-11-17T22:58:44.297" v="17032"/>
          <ac:picMkLst>
            <pc:docMk/>
            <pc:sldMk cId="331740575" sldId="360"/>
            <ac:picMk id="10" creationId="{7DB8532D-635B-B0EE-26E2-803AC6F6B2DA}"/>
          </ac:picMkLst>
        </pc:picChg>
      </pc:sldChg>
      <pc:sldChg chg="add del">
        <pc:chgData name="Daize Dong" userId="a5f59ade607e3dcb" providerId="LiveId" clId="{FFDC1BE5-C1CE-41D9-8887-3D0A03346BC9}" dt="2025-11-17T23:02:04.206" v="17079"/>
        <pc:sldMkLst>
          <pc:docMk/>
          <pc:sldMk cId="416915992" sldId="361"/>
        </pc:sldMkLst>
      </pc:sldChg>
      <pc:sldChg chg="modSp add del ord">
        <pc:chgData name="Daize Dong" userId="a5f59ade607e3dcb" providerId="LiveId" clId="{FFDC1BE5-C1CE-41D9-8887-3D0A03346BC9}" dt="2025-11-17T23:01:30.313" v="17077" actId="2696"/>
        <pc:sldMkLst>
          <pc:docMk/>
          <pc:sldMk cId="2328363962" sldId="361"/>
        </pc:sldMkLst>
        <pc:spChg chg="mod">
          <ac:chgData name="Daize Dong" userId="a5f59ade607e3dcb" providerId="LiveId" clId="{FFDC1BE5-C1CE-41D9-8887-3D0A03346BC9}" dt="2025-11-17T22:34:44.390" v="16641"/>
          <ac:spMkLst>
            <pc:docMk/>
            <pc:sldMk cId="2328363962" sldId="361"/>
            <ac:spMk id="21" creationId="{EEBC7DC5-ED90-6619-4905-CFD077327653}"/>
          </ac:spMkLst>
        </pc:spChg>
      </pc:sldChg>
      <pc:sldChg chg="modSp add mod ord">
        <pc:chgData name="Daize Dong" userId="a5f59ade607e3dcb" providerId="LiveId" clId="{FFDC1BE5-C1CE-41D9-8887-3D0A03346BC9}" dt="2025-11-17T21:27:36.340" v="16599"/>
        <pc:sldMkLst>
          <pc:docMk/>
          <pc:sldMk cId="4219979468" sldId="364"/>
        </pc:sldMkLst>
        <pc:spChg chg="mod">
          <ac:chgData name="Daize Dong" userId="a5f59ade607e3dcb" providerId="LiveId" clId="{FFDC1BE5-C1CE-41D9-8887-3D0A03346BC9}" dt="2025-11-17T21:19:45.031" v="16506" actId="20577"/>
          <ac:spMkLst>
            <pc:docMk/>
            <pc:sldMk cId="4219979468" sldId="364"/>
            <ac:spMk id="3" creationId="{07D2693E-BE60-D9D8-0E71-3AF33B144C1C}"/>
          </ac:spMkLst>
        </pc:spChg>
      </pc:sldChg>
      <pc:sldChg chg="add del ord">
        <pc:chgData name="Daize Dong" userId="a5f59ade607e3dcb" providerId="LiveId" clId="{FFDC1BE5-C1CE-41D9-8887-3D0A03346BC9}" dt="2025-11-17T23:01:28.588" v="17076" actId="2696"/>
        <pc:sldMkLst>
          <pc:docMk/>
          <pc:sldMk cId="3144489996" sldId="365"/>
        </pc:sldMkLst>
      </pc:sldChg>
      <pc:sldChg chg="modSp add del mod ord">
        <pc:chgData name="Daize Dong" userId="a5f59ade607e3dcb" providerId="LiveId" clId="{FFDC1BE5-C1CE-41D9-8887-3D0A03346BC9}" dt="2025-11-18T01:08:38.515" v="17809" actId="47"/>
        <pc:sldMkLst>
          <pc:docMk/>
          <pc:sldMk cId="4095621846" sldId="367"/>
        </pc:sldMkLst>
      </pc:sldChg>
      <pc:sldChg chg="addSp delSp modSp add del mod ord">
        <pc:chgData name="Daize Dong" userId="a5f59ade607e3dcb" providerId="LiveId" clId="{FFDC1BE5-C1CE-41D9-8887-3D0A03346BC9}" dt="2025-11-18T01:08:38.515" v="17809" actId="47"/>
        <pc:sldMkLst>
          <pc:docMk/>
          <pc:sldMk cId="3913108555" sldId="368"/>
        </pc:sldMkLst>
      </pc:sldChg>
      <pc:sldChg chg="addSp modSp add del mod ord">
        <pc:chgData name="Daize Dong" userId="a5f59ade607e3dcb" providerId="LiveId" clId="{FFDC1BE5-C1CE-41D9-8887-3D0A03346BC9}" dt="2025-11-18T01:08:38.515" v="17809" actId="47"/>
        <pc:sldMkLst>
          <pc:docMk/>
          <pc:sldMk cId="3328114103" sldId="369"/>
        </pc:sldMkLst>
      </pc:sldChg>
      <pc:sldChg chg="modSp add del mod ord">
        <pc:chgData name="Daize Dong" userId="a5f59ade607e3dcb" providerId="LiveId" clId="{FFDC1BE5-C1CE-41D9-8887-3D0A03346BC9}" dt="2025-11-18T01:08:38.515" v="17809" actId="47"/>
        <pc:sldMkLst>
          <pc:docMk/>
          <pc:sldMk cId="4029342500" sldId="370"/>
        </pc:sldMkLst>
      </pc:sldChg>
      <pc:sldChg chg="addSp modSp add del mod ord">
        <pc:chgData name="Daize Dong" userId="a5f59ade607e3dcb" providerId="LiveId" clId="{FFDC1BE5-C1CE-41D9-8887-3D0A03346BC9}" dt="2025-11-18T01:08:38.515" v="17809" actId="47"/>
        <pc:sldMkLst>
          <pc:docMk/>
          <pc:sldMk cId="682349277" sldId="371"/>
        </pc:sldMkLst>
      </pc:sldChg>
      <pc:sldChg chg="addSp delSp modSp add del mod ord">
        <pc:chgData name="Daize Dong" userId="a5f59ade607e3dcb" providerId="LiveId" clId="{FFDC1BE5-C1CE-41D9-8887-3D0A03346BC9}" dt="2025-11-18T01:08:38.515" v="17809" actId="47"/>
        <pc:sldMkLst>
          <pc:docMk/>
          <pc:sldMk cId="618444715" sldId="372"/>
        </pc:sldMkLst>
      </pc:sldChg>
      <pc:sldChg chg="addSp modSp add del mod ord">
        <pc:chgData name="Daize Dong" userId="a5f59ade607e3dcb" providerId="LiveId" clId="{FFDC1BE5-C1CE-41D9-8887-3D0A03346BC9}" dt="2025-11-18T01:08:38.515" v="17809" actId="47"/>
        <pc:sldMkLst>
          <pc:docMk/>
          <pc:sldMk cId="176406742" sldId="373"/>
        </pc:sldMkLst>
      </pc:sldChg>
      <pc:sldChg chg="addSp delSp modSp add del mod ord">
        <pc:chgData name="Daize Dong" userId="a5f59ade607e3dcb" providerId="LiveId" clId="{FFDC1BE5-C1CE-41D9-8887-3D0A03346BC9}" dt="2025-11-18T01:08:38.515" v="17809" actId="47"/>
        <pc:sldMkLst>
          <pc:docMk/>
          <pc:sldMk cId="3058744220" sldId="374"/>
        </pc:sldMkLst>
      </pc:sldChg>
      <pc:sldChg chg="addSp modSp add del mod ord">
        <pc:chgData name="Daize Dong" userId="a5f59ade607e3dcb" providerId="LiveId" clId="{FFDC1BE5-C1CE-41D9-8887-3D0A03346BC9}" dt="2025-11-18T01:08:38.515" v="17809" actId="47"/>
        <pc:sldMkLst>
          <pc:docMk/>
          <pc:sldMk cId="1596631612" sldId="375"/>
        </pc:sldMkLst>
      </pc:sldChg>
      <pc:sldChg chg="addSp delSp modSp add del mod ord">
        <pc:chgData name="Daize Dong" userId="a5f59ade607e3dcb" providerId="LiveId" clId="{FFDC1BE5-C1CE-41D9-8887-3D0A03346BC9}" dt="2025-11-18T01:08:38.515" v="17809" actId="47"/>
        <pc:sldMkLst>
          <pc:docMk/>
          <pc:sldMk cId="1925562546" sldId="376"/>
        </pc:sldMkLst>
      </pc:sldChg>
      <pc:sldChg chg="addSp delSp modSp add del mod ord">
        <pc:chgData name="Daize Dong" userId="a5f59ade607e3dcb" providerId="LiveId" clId="{FFDC1BE5-C1CE-41D9-8887-3D0A03346BC9}" dt="2025-11-18T01:08:38.515" v="17809" actId="47"/>
        <pc:sldMkLst>
          <pc:docMk/>
          <pc:sldMk cId="126104274" sldId="377"/>
        </pc:sldMkLst>
      </pc:sldChg>
      <pc:sldChg chg="modSp add mod ord">
        <pc:chgData name="Daize Dong" userId="a5f59ade607e3dcb" providerId="LiveId" clId="{FFDC1BE5-C1CE-41D9-8887-3D0A03346BC9}" dt="2025-11-17T21:27:40.260" v="16601"/>
        <pc:sldMkLst>
          <pc:docMk/>
          <pc:sldMk cId="2431476827" sldId="378"/>
        </pc:sldMkLst>
        <pc:spChg chg="mod">
          <ac:chgData name="Daize Dong" userId="a5f59ade607e3dcb" providerId="LiveId" clId="{FFDC1BE5-C1CE-41D9-8887-3D0A03346BC9}" dt="2025-11-17T21:20:42.148" v="16510"/>
          <ac:spMkLst>
            <pc:docMk/>
            <pc:sldMk cId="2431476827" sldId="378"/>
            <ac:spMk id="3" creationId="{11156F4D-6288-C769-8713-A2F54654B61D}"/>
          </ac:spMkLst>
        </pc:spChg>
      </pc:sldChg>
      <pc:sldChg chg="addSp delSp modSp add mod">
        <pc:chgData name="Daize Dong" userId="a5f59ade607e3dcb" providerId="LiveId" clId="{FFDC1BE5-C1CE-41D9-8887-3D0A03346BC9}" dt="2025-11-17T21:22:12.032" v="16531" actId="1076"/>
        <pc:sldMkLst>
          <pc:docMk/>
          <pc:sldMk cId="3643612008" sldId="379"/>
        </pc:sldMkLst>
        <pc:spChg chg="add del mod">
          <ac:chgData name="Daize Dong" userId="a5f59ade607e3dcb" providerId="LiveId" clId="{FFDC1BE5-C1CE-41D9-8887-3D0A03346BC9}" dt="2025-11-17T21:22:12.032" v="16531" actId="1076"/>
          <ac:spMkLst>
            <pc:docMk/>
            <pc:sldMk cId="3643612008" sldId="379"/>
            <ac:spMk id="3" creationId="{757F9F34-B7D7-AFA0-D23F-69747AEDD894}"/>
          </ac:spMkLst>
        </pc:spChg>
        <pc:picChg chg="add del mod">
          <ac:chgData name="Daize Dong" userId="a5f59ade607e3dcb" providerId="LiveId" clId="{FFDC1BE5-C1CE-41D9-8887-3D0A03346BC9}" dt="2025-11-17T21:21:18.164" v="16520" actId="22"/>
          <ac:picMkLst>
            <pc:docMk/>
            <pc:sldMk cId="3643612008" sldId="379"/>
            <ac:picMk id="4" creationId="{21D5C9B3-E1C4-8301-CE53-3A9AA9D9C0DC}"/>
          </ac:picMkLst>
        </pc:picChg>
        <pc:picChg chg="add mod">
          <ac:chgData name="Daize Dong" userId="a5f59ade607e3dcb" providerId="LiveId" clId="{FFDC1BE5-C1CE-41D9-8887-3D0A03346BC9}" dt="2025-11-17T21:22:05.924" v="16529" actId="1076"/>
          <ac:picMkLst>
            <pc:docMk/>
            <pc:sldMk cId="3643612008" sldId="379"/>
            <ac:picMk id="6" creationId="{8C206C9B-1809-A220-771D-9A8B841F5435}"/>
          </ac:picMkLst>
        </pc:picChg>
      </pc:sldChg>
      <pc:sldChg chg="addSp delSp modSp add mod">
        <pc:chgData name="Daize Dong" userId="a5f59ade607e3dcb" providerId="LiveId" clId="{FFDC1BE5-C1CE-41D9-8887-3D0A03346BC9}" dt="2025-11-17T21:24:48.376" v="16575" actId="1076"/>
        <pc:sldMkLst>
          <pc:docMk/>
          <pc:sldMk cId="2841575270" sldId="380"/>
        </pc:sldMkLst>
        <pc:spChg chg="add mod">
          <ac:chgData name="Daize Dong" userId="a5f59ade607e3dcb" providerId="LiveId" clId="{FFDC1BE5-C1CE-41D9-8887-3D0A03346BC9}" dt="2025-11-17T21:24:48.376" v="16575" actId="1076"/>
          <ac:spMkLst>
            <pc:docMk/>
            <pc:sldMk cId="2841575270" sldId="380"/>
            <ac:spMk id="13" creationId="{693463E4-ADA2-C539-7691-169F5614C27F}"/>
          </ac:spMkLst>
        </pc:spChg>
        <pc:picChg chg="add mod ord">
          <ac:chgData name="Daize Dong" userId="a5f59ade607e3dcb" providerId="LiveId" clId="{FFDC1BE5-C1CE-41D9-8887-3D0A03346BC9}" dt="2025-11-17T21:24:29.918" v="16567" actId="1076"/>
          <ac:picMkLst>
            <pc:docMk/>
            <pc:sldMk cId="2841575270" sldId="380"/>
            <ac:picMk id="4" creationId="{E94E3309-01EA-10FE-570A-6214E8B4751C}"/>
          </ac:picMkLst>
        </pc:picChg>
        <pc:picChg chg="del">
          <ac:chgData name="Daize Dong" userId="a5f59ade607e3dcb" providerId="LiveId" clId="{FFDC1BE5-C1CE-41D9-8887-3D0A03346BC9}" dt="2025-11-17T21:22:38.875" v="16535" actId="21"/>
          <ac:picMkLst>
            <pc:docMk/>
            <pc:sldMk cId="2841575270" sldId="380"/>
            <ac:picMk id="6" creationId="{285A7C0C-8A60-BD2F-ACC3-B2580235AB60}"/>
          </ac:picMkLst>
        </pc:picChg>
        <pc:picChg chg="add mod">
          <ac:chgData name="Daize Dong" userId="a5f59ade607e3dcb" providerId="LiveId" clId="{FFDC1BE5-C1CE-41D9-8887-3D0A03346BC9}" dt="2025-11-17T21:24:26.359" v="16564" actId="14100"/>
          <ac:picMkLst>
            <pc:docMk/>
            <pc:sldMk cId="2841575270" sldId="380"/>
            <ac:picMk id="7" creationId="{5C15F024-475B-3EE0-3D61-E829FC798017}"/>
          </ac:picMkLst>
        </pc:picChg>
        <pc:picChg chg="add mod">
          <ac:chgData name="Daize Dong" userId="a5f59ade607e3dcb" providerId="LiveId" clId="{FFDC1BE5-C1CE-41D9-8887-3D0A03346BC9}" dt="2025-11-17T21:24:35.812" v="16569" actId="1076"/>
          <ac:picMkLst>
            <pc:docMk/>
            <pc:sldMk cId="2841575270" sldId="380"/>
            <ac:picMk id="9" creationId="{B3B218E0-B009-CECB-6BE5-F3F987506A4B}"/>
          </ac:picMkLst>
        </pc:picChg>
        <pc:picChg chg="add mod">
          <ac:chgData name="Daize Dong" userId="a5f59ade607e3dcb" providerId="LiveId" clId="{FFDC1BE5-C1CE-41D9-8887-3D0A03346BC9}" dt="2025-11-17T21:24:44.786" v="16574" actId="1076"/>
          <ac:picMkLst>
            <pc:docMk/>
            <pc:sldMk cId="2841575270" sldId="380"/>
            <ac:picMk id="11" creationId="{13630A87-F5E4-0F57-1A97-76A273E98F43}"/>
          </ac:picMkLst>
        </pc:picChg>
      </pc:sldChg>
      <pc:sldChg chg="add del">
        <pc:chgData name="Daize Dong" userId="a5f59ade607e3dcb" providerId="LiveId" clId="{FFDC1BE5-C1CE-41D9-8887-3D0A03346BC9}" dt="2025-11-17T21:22:14.693" v="16532" actId="2696"/>
        <pc:sldMkLst>
          <pc:docMk/>
          <pc:sldMk cId="2852014211" sldId="380"/>
        </pc:sldMkLst>
      </pc:sldChg>
      <pc:sldChg chg="addSp delSp modSp add mod">
        <pc:chgData name="Daize Dong" userId="a5f59ade607e3dcb" providerId="LiveId" clId="{FFDC1BE5-C1CE-41D9-8887-3D0A03346BC9}" dt="2025-11-17T21:26:26.746" v="16588" actId="21"/>
        <pc:sldMkLst>
          <pc:docMk/>
          <pc:sldMk cId="1997172709" sldId="381"/>
        </pc:sldMkLst>
        <pc:picChg chg="add mod">
          <ac:chgData name="Daize Dong" userId="a5f59ade607e3dcb" providerId="LiveId" clId="{FFDC1BE5-C1CE-41D9-8887-3D0A03346BC9}" dt="2025-11-17T21:25:40.336" v="16585" actId="1076"/>
          <ac:picMkLst>
            <pc:docMk/>
            <pc:sldMk cId="1997172709" sldId="381"/>
            <ac:picMk id="4" creationId="{C254D0A3-BEE4-FAED-2670-E5394FDC42CC}"/>
          </ac:picMkLst>
        </pc:picChg>
        <pc:picChg chg="add mod">
          <ac:chgData name="Daize Dong" userId="a5f59ade607e3dcb" providerId="LiveId" clId="{FFDC1BE5-C1CE-41D9-8887-3D0A03346BC9}" dt="2025-11-17T21:25:40.336" v="16585" actId="1076"/>
          <ac:picMkLst>
            <pc:docMk/>
            <pc:sldMk cId="1997172709" sldId="381"/>
            <ac:picMk id="5" creationId="{A262EDDA-EB61-B583-EB43-0947A302DE87}"/>
          </ac:picMkLst>
        </pc:picChg>
        <pc:picChg chg="del">
          <ac:chgData name="Daize Dong" userId="a5f59ade607e3dcb" providerId="LiveId" clId="{FFDC1BE5-C1CE-41D9-8887-3D0A03346BC9}" dt="2025-11-17T21:25:20.833" v="16576" actId="478"/>
          <ac:picMkLst>
            <pc:docMk/>
            <pc:sldMk cId="1997172709" sldId="381"/>
            <ac:picMk id="6" creationId="{1719EA68-6598-190D-71E6-EF9547E1FB4C}"/>
          </ac:picMkLst>
        </pc:picChg>
        <pc:picChg chg="add del">
          <ac:chgData name="Daize Dong" userId="a5f59ade607e3dcb" providerId="LiveId" clId="{FFDC1BE5-C1CE-41D9-8887-3D0A03346BC9}" dt="2025-11-17T21:26:26.746" v="16588" actId="21"/>
          <ac:picMkLst>
            <pc:docMk/>
            <pc:sldMk cId="1997172709" sldId="381"/>
            <ac:picMk id="8" creationId="{A7AC9194-5B38-9201-E118-F4147F4EA085}"/>
          </ac:picMkLst>
        </pc:picChg>
      </pc:sldChg>
      <pc:sldChg chg="addSp delSp modSp add mod">
        <pc:chgData name="Daize Dong" userId="a5f59ade607e3dcb" providerId="LiveId" clId="{FFDC1BE5-C1CE-41D9-8887-3D0A03346BC9}" dt="2025-11-17T21:26:29.930" v="16591"/>
        <pc:sldMkLst>
          <pc:docMk/>
          <pc:sldMk cId="2960859464" sldId="382"/>
        </pc:sldMkLst>
        <pc:picChg chg="add mod">
          <ac:chgData name="Daize Dong" userId="a5f59ade607e3dcb" providerId="LiveId" clId="{FFDC1BE5-C1CE-41D9-8887-3D0A03346BC9}" dt="2025-11-17T21:26:29.930" v="16591"/>
          <ac:picMkLst>
            <pc:docMk/>
            <pc:sldMk cId="2960859464" sldId="382"/>
            <ac:picMk id="2" creationId="{6D34B802-DF4F-D8E3-4FBC-83DFB24EF262}"/>
          </ac:picMkLst>
        </pc:picChg>
        <pc:picChg chg="del">
          <ac:chgData name="Daize Dong" userId="a5f59ade607e3dcb" providerId="LiveId" clId="{FFDC1BE5-C1CE-41D9-8887-3D0A03346BC9}" dt="2025-11-17T21:26:29.600" v="16590" actId="478"/>
          <ac:picMkLst>
            <pc:docMk/>
            <pc:sldMk cId="2960859464" sldId="382"/>
            <ac:picMk id="4" creationId="{D10CEFC7-357F-B39A-6E48-A8FAFBA110C3}"/>
          </ac:picMkLst>
        </pc:picChg>
        <pc:picChg chg="del">
          <ac:chgData name="Daize Dong" userId="a5f59ade607e3dcb" providerId="LiveId" clId="{FFDC1BE5-C1CE-41D9-8887-3D0A03346BC9}" dt="2025-11-17T21:26:29.600" v="16590" actId="478"/>
          <ac:picMkLst>
            <pc:docMk/>
            <pc:sldMk cId="2960859464" sldId="382"/>
            <ac:picMk id="5" creationId="{0C592D7D-0AEF-80C6-1E80-79DA051F263C}"/>
          </ac:picMkLst>
        </pc:picChg>
        <pc:picChg chg="del">
          <ac:chgData name="Daize Dong" userId="a5f59ade607e3dcb" providerId="LiveId" clId="{FFDC1BE5-C1CE-41D9-8887-3D0A03346BC9}" dt="2025-11-17T21:26:27.994" v="16589" actId="21"/>
          <ac:picMkLst>
            <pc:docMk/>
            <pc:sldMk cId="2960859464" sldId="382"/>
            <ac:picMk id="8" creationId="{6D34B802-DF4F-D8E3-4FBC-83DFB24EF262}"/>
          </ac:picMkLst>
        </pc:picChg>
      </pc:sldChg>
      <pc:sldChg chg="addSp delSp add mod">
        <pc:chgData name="Daize Dong" userId="a5f59ade607e3dcb" providerId="LiveId" clId="{FFDC1BE5-C1CE-41D9-8887-3D0A03346BC9}" dt="2025-11-17T21:26:52.572" v="16594" actId="22"/>
        <pc:sldMkLst>
          <pc:docMk/>
          <pc:sldMk cId="1992140890" sldId="383"/>
        </pc:sldMkLst>
        <pc:picChg chg="del">
          <ac:chgData name="Daize Dong" userId="a5f59ade607e3dcb" providerId="LiveId" clId="{FFDC1BE5-C1CE-41D9-8887-3D0A03346BC9}" dt="2025-11-17T21:26:44.900" v="16593" actId="21"/>
          <ac:picMkLst>
            <pc:docMk/>
            <pc:sldMk cId="1992140890" sldId="383"/>
            <ac:picMk id="2" creationId="{BF0B4ACA-B4B6-5334-B939-C8C532413DAE}"/>
          </ac:picMkLst>
        </pc:picChg>
        <pc:picChg chg="add">
          <ac:chgData name="Daize Dong" userId="a5f59ade607e3dcb" providerId="LiveId" clId="{FFDC1BE5-C1CE-41D9-8887-3D0A03346BC9}" dt="2025-11-17T21:26:52.572" v="16594" actId="22"/>
          <ac:picMkLst>
            <pc:docMk/>
            <pc:sldMk cId="1992140890" sldId="383"/>
            <ac:picMk id="5" creationId="{AD345F94-F703-F894-5486-A5F51C4259CE}"/>
          </ac:picMkLst>
        </pc:picChg>
      </pc:sldChg>
      <pc:sldChg chg="addSp delSp add mod">
        <pc:chgData name="Daize Dong" userId="a5f59ade607e3dcb" providerId="LiveId" clId="{FFDC1BE5-C1CE-41D9-8887-3D0A03346BC9}" dt="2025-11-17T21:27:14.846" v="16597" actId="22"/>
        <pc:sldMkLst>
          <pc:docMk/>
          <pc:sldMk cId="3756711372" sldId="384"/>
        </pc:sldMkLst>
        <pc:picChg chg="add">
          <ac:chgData name="Daize Dong" userId="a5f59ade607e3dcb" providerId="LiveId" clId="{FFDC1BE5-C1CE-41D9-8887-3D0A03346BC9}" dt="2025-11-17T21:27:14.846" v="16597" actId="22"/>
          <ac:picMkLst>
            <pc:docMk/>
            <pc:sldMk cId="3756711372" sldId="384"/>
            <ac:picMk id="4" creationId="{F95B07F8-BE3C-8F4C-E331-6D48BEBA6C98}"/>
          </ac:picMkLst>
        </pc:picChg>
        <pc:picChg chg="del">
          <ac:chgData name="Daize Dong" userId="a5f59ade607e3dcb" providerId="LiveId" clId="{FFDC1BE5-C1CE-41D9-8887-3D0A03346BC9}" dt="2025-11-17T21:26:56.315" v="16596" actId="21"/>
          <ac:picMkLst>
            <pc:docMk/>
            <pc:sldMk cId="3756711372" sldId="384"/>
            <ac:picMk id="5" creationId="{E1605889-6CF8-6BBB-2B3A-BB0E847901B3}"/>
          </ac:picMkLst>
        </pc:picChg>
      </pc:sldChg>
      <pc:sldChg chg="addSp delSp modSp add del mod">
        <pc:chgData name="Daize Dong" userId="a5f59ade607e3dcb" providerId="LiveId" clId="{FFDC1BE5-C1CE-41D9-8887-3D0A03346BC9}" dt="2025-11-17T22:58:45.057" v="17033" actId="2696"/>
        <pc:sldMkLst>
          <pc:docMk/>
          <pc:sldMk cId="172779583" sldId="385"/>
        </pc:sldMkLst>
        <pc:picChg chg="add mod">
          <ac:chgData name="Daize Dong" userId="a5f59ade607e3dcb" providerId="LiveId" clId="{FFDC1BE5-C1CE-41D9-8887-3D0A03346BC9}" dt="2025-11-17T22:58:42.972" v="17031"/>
          <ac:picMkLst>
            <pc:docMk/>
            <pc:sldMk cId="172779583" sldId="385"/>
            <ac:picMk id="2" creationId="{7EA06B89-8B3A-DBD1-FEAA-87D3B956C452}"/>
          </ac:picMkLst>
        </pc:picChg>
        <pc:picChg chg="del">
          <ac:chgData name="Daize Dong" userId="a5f59ade607e3dcb" providerId="LiveId" clId="{FFDC1BE5-C1CE-41D9-8887-3D0A03346BC9}" dt="2025-11-17T22:58:32.454" v="17025" actId="21"/>
          <ac:picMkLst>
            <pc:docMk/>
            <pc:sldMk cId="172779583" sldId="385"/>
            <ac:picMk id="3" creationId="{A5BB5BFE-194B-FD8D-4100-B62308A6C689}"/>
          </ac:picMkLst>
        </pc:picChg>
      </pc:sldChg>
      <pc:sldChg chg="addSp modSp add mod">
        <pc:chgData name="Daize Dong" userId="a5f59ade607e3dcb" providerId="LiveId" clId="{FFDC1BE5-C1CE-41D9-8887-3D0A03346BC9}" dt="2025-11-17T23:10:07.676" v="17205" actId="1076"/>
        <pc:sldMkLst>
          <pc:docMk/>
          <pc:sldMk cId="654112959" sldId="385"/>
        </pc:sldMkLst>
        <pc:spChg chg="add mod">
          <ac:chgData name="Daize Dong" userId="a5f59ade607e3dcb" providerId="LiveId" clId="{FFDC1BE5-C1CE-41D9-8887-3D0A03346BC9}" dt="2025-11-17T23:10:00.312" v="17203" actId="20577"/>
          <ac:spMkLst>
            <pc:docMk/>
            <pc:sldMk cId="654112959" sldId="385"/>
            <ac:spMk id="2" creationId="{C9C567D4-9D1B-8E0B-EFA1-2A1B792B1D10}"/>
          </ac:spMkLst>
        </pc:spChg>
        <pc:spChg chg="add mod">
          <ac:chgData name="Daize Dong" userId="a5f59ade607e3dcb" providerId="LiveId" clId="{FFDC1BE5-C1CE-41D9-8887-3D0A03346BC9}" dt="2025-11-17T23:08:16.924" v="17141" actId="1076"/>
          <ac:spMkLst>
            <pc:docMk/>
            <pc:sldMk cId="654112959" sldId="385"/>
            <ac:spMk id="3" creationId="{BA65D8C8-9A5A-F272-445D-2466D29B1C99}"/>
          </ac:spMkLst>
        </pc:spChg>
        <pc:spChg chg="mod">
          <ac:chgData name="Daize Dong" userId="a5f59ade607e3dcb" providerId="LiveId" clId="{FFDC1BE5-C1CE-41D9-8887-3D0A03346BC9}" dt="2025-11-17T23:09:49.724" v="17196" actId="20577"/>
          <ac:spMkLst>
            <pc:docMk/>
            <pc:sldMk cId="654112959" sldId="385"/>
            <ac:spMk id="4" creationId="{065B3280-F18C-96DC-4325-545EC432E9C3}"/>
          </ac:spMkLst>
        </pc:spChg>
        <pc:spChg chg="add mod">
          <ac:chgData name="Daize Dong" userId="a5f59ade607e3dcb" providerId="LiveId" clId="{FFDC1BE5-C1CE-41D9-8887-3D0A03346BC9}" dt="2025-11-17T23:10:07.676" v="17205" actId="1076"/>
          <ac:spMkLst>
            <pc:docMk/>
            <pc:sldMk cId="654112959" sldId="385"/>
            <ac:spMk id="5" creationId="{FD6E6A82-CA31-2B5D-2C76-387F6677FB8C}"/>
          </ac:spMkLst>
        </pc:spChg>
        <pc:spChg chg="add mod">
          <ac:chgData name="Daize Dong" userId="a5f59ade607e3dcb" providerId="LiveId" clId="{FFDC1BE5-C1CE-41D9-8887-3D0A03346BC9}" dt="2025-11-17T23:10:03.768" v="17204" actId="1076"/>
          <ac:spMkLst>
            <pc:docMk/>
            <pc:sldMk cId="654112959" sldId="385"/>
            <ac:spMk id="6" creationId="{9BF762D0-0A53-03CB-ABFC-292B53BEE685}"/>
          </ac:spMkLst>
        </pc:spChg>
        <pc:spChg chg="add mod">
          <ac:chgData name="Daize Dong" userId="a5f59ade607e3dcb" providerId="LiveId" clId="{FFDC1BE5-C1CE-41D9-8887-3D0A03346BC9}" dt="2025-11-17T23:09:45.314" v="17195" actId="1076"/>
          <ac:spMkLst>
            <pc:docMk/>
            <pc:sldMk cId="654112959" sldId="385"/>
            <ac:spMk id="7" creationId="{821D9191-3462-47BD-8C24-6429073C7CCA}"/>
          </ac:spMkLst>
        </pc:spChg>
        <pc:spChg chg="add mod">
          <ac:chgData name="Daize Dong" userId="a5f59ade607e3dcb" providerId="LiveId" clId="{FFDC1BE5-C1CE-41D9-8887-3D0A03346BC9}" dt="2025-11-17T23:09:45.314" v="17195" actId="1076"/>
          <ac:spMkLst>
            <pc:docMk/>
            <pc:sldMk cId="654112959" sldId="385"/>
            <ac:spMk id="9" creationId="{FBB19E67-07C8-AFCB-F1A5-50F221B510F0}"/>
          </ac:spMkLst>
        </pc:spChg>
        <pc:spChg chg="add mod">
          <ac:chgData name="Daize Dong" userId="a5f59ade607e3dcb" providerId="LiveId" clId="{FFDC1BE5-C1CE-41D9-8887-3D0A03346BC9}" dt="2025-11-17T23:09:45.314" v="17195" actId="1076"/>
          <ac:spMkLst>
            <pc:docMk/>
            <pc:sldMk cId="654112959" sldId="385"/>
            <ac:spMk id="11" creationId="{AB37CD9B-7FF5-F088-F0BC-376335C6D881}"/>
          </ac:spMkLst>
        </pc:spChg>
      </pc:sldChg>
      <pc:sldChg chg="addSp delSp modSp add mod">
        <pc:chgData name="Daize Dong" userId="a5f59ade607e3dcb" providerId="LiveId" clId="{FFDC1BE5-C1CE-41D9-8887-3D0A03346BC9}" dt="2025-11-18T01:02:42.487" v="17808" actId="20577"/>
        <pc:sldMkLst>
          <pc:docMk/>
          <pc:sldMk cId="734616697" sldId="386"/>
        </pc:sldMkLst>
        <pc:spChg chg="add del">
          <ac:chgData name="Daize Dong" userId="a5f59ade607e3dcb" providerId="LiveId" clId="{FFDC1BE5-C1CE-41D9-8887-3D0A03346BC9}" dt="2025-11-17T23:12:32.365" v="17236" actId="22"/>
          <ac:spMkLst>
            <pc:docMk/>
            <pc:sldMk cId="734616697" sldId="386"/>
            <ac:spMk id="3" creationId="{FC739E3B-099C-B441-9D75-64C82D9412E4}"/>
          </ac:spMkLst>
        </pc:spChg>
        <pc:spChg chg="mod">
          <ac:chgData name="Daize Dong" userId="a5f59ade607e3dcb" providerId="LiveId" clId="{FFDC1BE5-C1CE-41D9-8887-3D0A03346BC9}" dt="2025-11-18T00:03:22.936" v="17795" actId="115"/>
          <ac:spMkLst>
            <pc:docMk/>
            <pc:sldMk cId="734616697" sldId="386"/>
            <ac:spMk id="4" creationId="{2860D361-40C2-5534-30B6-035BCD8FEEE4}"/>
          </ac:spMkLst>
        </pc:spChg>
        <pc:spChg chg="add mod">
          <ac:chgData name="Daize Dong" userId="a5f59ade607e3dcb" providerId="LiveId" clId="{FFDC1BE5-C1CE-41D9-8887-3D0A03346BC9}" dt="2025-11-18T00:03:09.780" v="17794" actId="1076"/>
          <ac:spMkLst>
            <pc:docMk/>
            <pc:sldMk cId="734616697" sldId="386"/>
            <ac:spMk id="5" creationId="{A040647B-2FDE-A548-F71E-B9B5AEC73B04}"/>
          </ac:spMkLst>
        </pc:spChg>
        <pc:spChg chg="add mod">
          <ac:chgData name="Daize Dong" userId="a5f59ade607e3dcb" providerId="LiveId" clId="{FFDC1BE5-C1CE-41D9-8887-3D0A03346BC9}" dt="2025-11-18T01:02:42.487" v="17808" actId="20577"/>
          <ac:spMkLst>
            <pc:docMk/>
            <pc:sldMk cId="734616697" sldId="386"/>
            <ac:spMk id="6" creationId="{BF12FEF7-B749-2841-1484-004AB95F9A27}"/>
          </ac:spMkLst>
        </pc:spChg>
        <pc:picChg chg="add del mod">
          <ac:chgData name="Daize Dong" userId="a5f59ade607e3dcb" providerId="LiveId" clId="{FFDC1BE5-C1CE-41D9-8887-3D0A03346BC9}" dt="2025-11-18T00:03:01.681" v="17790" actId="478"/>
          <ac:picMkLst>
            <pc:docMk/>
            <pc:sldMk cId="734616697" sldId="386"/>
            <ac:picMk id="7" creationId="{803EFE26-F28B-F7A2-B991-909B398A5596}"/>
          </ac:picMkLst>
        </pc:picChg>
        <pc:picChg chg="add mod">
          <ac:chgData name="Daize Dong" userId="a5f59ade607e3dcb" providerId="LiveId" clId="{FFDC1BE5-C1CE-41D9-8887-3D0A03346BC9}" dt="2025-11-18T00:03:02.078" v="17791"/>
          <ac:picMkLst>
            <pc:docMk/>
            <pc:sldMk cId="734616697" sldId="386"/>
            <ac:picMk id="9" creationId="{D48FC085-EE58-E702-B60A-8DB1BC8A2412}"/>
          </ac:picMkLst>
        </pc:picChg>
        <pc:picChg chg="del mod">
          <ac:chgData name="Daize Dong" userId="a5f59ade607e3dcb" providerId="LiveId" clId="{FFDC1BE5-C1CE-41D9-8887-3D0A03346BC9}" dt="2025-11-17T23:16:37.731" v="17328" actId="21"/>
          <ac:picMkLst>
            <pc:docMk/>
            <pc:sldMk cId="734616697" sldId="386"/>
            <ac:picMk id="10" creationId="{937D8D6B-40CB-C106-6BE2-75C202E1081A}"/>
          </ac:picMkLst>
        </pc:picChg>
      </pc:sldChg>
      <pc:sldChg chg="addSp delSp modSp add mod">
        <pc:chgData name="Daize Dong" userId="a5f59ade607e3dcb" providerId="LiveId" clId="{FFDC1BE5-C1CE-41D9-8887-3D0A03346BC9}" dt="2025-11-17T23:58:20.569" v="17735" actId="113"/>
        <pc:sldMkLst>
          <pc:docMk/>
          <pc:sldMk cId="2225550039" sldId="387"/>
        </pc:sldMkLst>
        <pc:spChg chg="add mod">
          <ac:chgData name="Daize Dong" userId="a5f59ade607e3dcb" providerId="LiveId" clId="{FFDC1BE5-C1CE-41D9-8887-3D0A03346BC9}" dt="2025-11-17T23:26:12.114" v="17541" actId="20577"/>
          <ac:spMkLst>
            <pc:docMk/>
            <pc:sldMk cId="2225550039" sldId="387"/>
            <ac:spMk id="2" creationId="{B79023E1-A437-5CD4-32A4-D932F9FD8B1B}"/>
          </ac:spMkLst>
        </pc:spChg>
        <pc:spChg chg="mod">
          <ac:chgData name="Daize Dong" userId="a5f59ade607e3dcb" providerId="LiveId" clId="{FFDC1BE5-C1CE-41D9-8887-3D0A03346BC9}" dt="2025-11-17T23:23:47.670" v="17410"/>
          <ac:spMkLst>
            <pc:docMk/>
            <pc:sldMk cId="2225550039" sldId="387"/>
            <ac:spMk id="4" creationId="{A4C17730-0BEB-B484-D23A-96434A21BF13}"/>
          </ac:spMkLst>
        </pc:spChg>
        <pc:spChg chg="add del mod">
          <ac:chgData name="Daize Dong" userId="a5f59ade607e3dcb" providerId="LiveId" clId="{FFDC1BE5-C1CE-41D9-8887-3D0A03346BC9}" dt="2025-11-17T23:25:45.991" v="17527" actId="478"/>
          <ac:spMkLst>
            <pc:docMk/>
            <pc:sldMk cId="2225550039" sldId="387"/>
            <ac:spMk id="5" creationId="{A8979FDD-B54F-FC11-0653-2CF78D9F63C1}"/>
          </ac:spMkLst>
        </pc:spChg>
        <pc:spChg chg="add mod">
          <ac:chgData name="Daize Dong" userId="a5f59ade607e3dcb" providerId="LiveId" clId="{FFDC1BE5-C1CE-41D9-8887-3D0A03346BC9}" dt="2025-11-17T23:58:20.569" v="17735" actId="113"/>
          <ac:spMkLst>
            <pc:docMk/>
            <pc:sldMk cId="2225550039" sldId="387"/>
            <ac:spMk id="7" creationId="{19370466-8FAB-5CC0-958F-005A9A14E1FE}"/>
          </ac:spMkLst>
        </pc:spChg>
        <pc:spChg chg="add del">
          <ac:chgData name="Daize Dong" userId="a5f59ade607e3dcb" providerId="LiveId" clId="{FFDC1BE5-C1CE-41D9-8887-3D0A03346BC9}" dt="2025-11-17T23:26:54.145" v="17544" actId="22"/>
          <ac:spMkLst>
            <pc:docMk/>
            <pc:sldMk cId="2225550039" sldId="387"/>
            <ac:spMk id="11" creationId="{9BD2D817-208B-3DAD-3EEB-4EB5BC106FF3}"/>
          </ac:spMkLst>
        </pc:spChg>
        <pc:spChg chg="add mod">
          <ac:chgData name="Daize Dong" userId="a5f59ade607e3dcb" providerId="LiveId" clId="{FFDC1BE5-C1CE-41D9-8887-3D0A03346BC9}" dt="2025-11-17T23:33:56.212" v="17701" actId="207"/>
          <ac:spMkLst>
            <pc:docMk/>
            <pc:sldMk cId="2225550039" sldId="387"/>
            <ac:spMk id="13" creationId="{0FF39541-0F5D-6B1F-403E-0C0CF8867AFC}"/>
          </ac:spMkLst>
        </pc:spChg>
        <pc:spChg chg="add del mod">
          <ac:chgData name="Daize Dong" userId="a5f59ade607e3dcb" providerId="LiveId" clId="{FFDC1BE5-C1CE-41D9-8887-3D0A03346BC9}" dt="2025-11-17T23:33:18.821" v="17694" actId="21"/>
          <ac:spMkLst>
            <pc:docMk/>
            <pc:sldMk cId="2225550039" sldId="387"/>
            <ac:spMk id="15" creationId="{64B67700-3C64-71CD-93F1-BECDBA1E7885}"/>
          </ac:spMkLst>
        </pc:spChg>
        <pc:spChg chg="add mod">
          <ac:chgData name="Daize Dong" userId="a5f59ade607e3dcb" providerId="LiveId" clId="{FFDC1BE5-C1CE-41D9-8887-3D0A03346BC9}" dt="2025-11-17T23:34:32.433" v="17734" actId="313"/>
          <ac:spMkLst>
            <pc:docMk/>
            <pc:sldMk cId="2225550039" sldId="387"/>
            <ac:spMk id="16" creationId="{0678647C-A519-AED8-6F5C-9BD593F9A4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8CB3-C960-2466-25A1-9AFCDD179B8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89CE571-17DF-E79F-D86C-BDF766880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13656F0-35A4-211F-CBDF-7D7E499BA7AB}"/>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1B63FB80-B525-2537-CBEA-E9F222FC02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09849A-FF3B-F9EE-9790-65EBA240C9FD}"/>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411549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8186AF-A645-0A4E-23A2-C8A14120D2F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DCD8FCB-882A-72B6-A106-CC8420974B8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BEA938-E645-511D-1846-132C7604FD70}"/>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A3EE4017-DFA7-3B34-0552-C2E857C700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A254DE-1FDC-D6AA-21D6-AAC78564C87D}"/>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3613061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E47F85-EE2D-3F42-DF68-E2E4D1C424A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E9F0C49-0E85-4DB6-4981-87423E4679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C4E88A7-CA99-0900-F59B-AD3248C43456}"/>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9F96380D-6B51-1E6D-E778-C67F0877EC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2FD9DA-7688-90CD-59F2-7D6D5393E28D}"/>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284438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A73D4-52D3-2163-4AAA-5629AD5C70D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414B1E-5864-02C7-5710-06B2A3545E4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692C45C-79D4-9C57-1FD8-88FC5791AF3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51A5843-E8A0-3A8B-A54A-D5178251EABD}"/>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6" name="页脚占位符 5">
            <a:extLst>
              <a:ext uri="{FF2B5EF4-FFF2-40B4-BE49-F238E27FC236}">
                <a16:creationId xmlns:a16="http://schemas.microsoft.com/office/drawing/2014/main" id="{8E3A1209-E532-5CE9-7901-090E628E9A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E0AADE-7283-F939-6FC1-A7C7A9E312B2}"/>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2347262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216F8-BD1A-CC9D-6AD6-4EB106103B1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1858745-61D4-A7C2-6F8F-076F818320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6216B47-2BFA-5653-0015-1A216DE072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EA1CF12-65EF-5444-679E-97C7CD0911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C9C7221-147A-47F3-E36C-6AB7766BF51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FB68D96-1875-1A1B-441F-24E45160FCE9}"/>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8" name="页脚占位符 7">
            <a:extLst>
              <a:ext uri="{FF2B5EF4-FFF2-40B4-BE49-F238E27FC236}">
                <a16:creationId xmlns:a16="http://schemas.microsoft.com/office/drawing/2014/main" id="{644384DF-754D-3FD5-27D9-CCD5724AA8C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4C03E0D-9144-7B2C-4BC3-AA4D3ED65716}"/>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3591535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772065-4F17-0347-A164-4AE1D116358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481F7B-3C28-0CF4-EBBA-E80689F7DBE2}"/>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4" name="页脚占位符 3">
            <a:extLst>
              <a:ext uri="{FF2B5EF4-FFF2-40B4-BE49-F238E27FC236}">
                <a16:creationId xmlns:a16="http://schemas.microsoft.com/office/drawing/2014/main" id="{BC29F381-EAB0-F10E-4476-390CC0CA955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EF53BB0-4022-4F36-DF3A-F110C60A90A9}"/>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506838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6CFF03-55BC-E349-1599-38A2874A447E}"/>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3" name="页脚占位符 2">
            <a:extLst>
              <a:ext uri="{FF2B5EF4-FFF2-40B4-BE49-F238E27FC236}">
                <a16:creationId xmlns:a16="http://schemas.microsoft.com/office/drawing/2014/main" id="{04E70F2E-EB66-D361-2536-414F8530397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55CFA64-2FDE-6825-7DAB-049178047257}"/>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86471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B09EF6-0DDA-0132-0561-6947E849CD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C150B6-31D1-EFAC-9511-B02CDF8274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1E53E3E-7BEC-B0B2-AD4E-E995D76206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C90F69-81DB-E96F-B44D-5513DAE67DE9}"/>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6" name="页脚占位符 5">
            <a:extLst>
              <a:ext uri="{FF2B5EF4-FFF2-40B4-BE49-F238E27FC236}">
                <a16:creationId xmlns:a16="http://schemas.microsoft.com/office/drawing/2014/main" id="{7C81F0DA-1626-C6B3-7708-43BD839ED6D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70C82C-DA46-0757-3A64-0E939631F8D7}"/>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4235085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767BF7-555E-8708-FE02-C221B3060D7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AE93863-C9C5-5F86-E2BA-A51C0B83E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8FB063E-4BF7-41DE-CBCD-EE67DACC8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2A8A0D1-2A94-DF8B-0872-71D5B14530CC}"/>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6" name="页脚占位符 5">
            <a:extLst>
              <a:ext uri="{FF2B5EF4-FFF2-40B4-BE49-F238E27FC236}">
                <a16:creationId xmlns:a16="http://schemas.microsoft.com/office/drawing/2014/main" id="{31A1365D-5E13-228D-C9B1-E84C122843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D8175ED-DAA1-6B92-C5D8-A5695D8A088A}"/>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2053217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466A6-BB33-831B-8462-24ECE91929B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61AB2B-8653-5DCB-FD49-B586ED98A9F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2267EE2-8F86-5399-47EF-F26873FA609C}"/>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D9D0EAB9-0404-A2FD-7780-CF30C42A60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BD6355-C2B8-F2CF-1A62-D6AA0EFEA1CE}"/>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3585416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87D895F-2E4B-39F0-D88F-28B0CC0C243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A788604-209D-1F0E-7664-E8679362298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50D1BC-735B-9FBA-EF5F-0818A30BAE2E}"/>
              </a:ext>
            </a:extLst>
          </p:cNvPr>
          <p:cNvSpPr>
            <a:spLocks noGrp="1"/>
          </p:cNvSpPr>
          <p:nvPr>
            <p:ph type="dt" sz="half" idx="10"/>
          </p:nvPr>
        </p:nvSpPr>
        <p:spPr/>
        <p:txBody>
          <a:bodyPr/>
          <a:lstStyle/>
          <a:p>
            <a:fld id="{E664EB2E-A77E-47D7-9DA7-93BBD7902314}"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D6B4D394-E8E1-F3C1-344F-646811C0DA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28A864-6660-E9E5-9B87-1E45BFBC35F0}"/>
              </a:ext>
            </a:extLst>
          </p:cNvPr>
          <p:cNvSpPr>
            <a:spLocks noGrp="1"/>
          </p:cNvSpPr>
          <p:nvPr>
            <p:ph type="sldNum" sz="quarter" idx="12"/>
          </p:nvPr>
        </p:nvSpPr>
        <p:spPr/>
        <p:txBody>
          <a:body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1001149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0D70E80-4B36-0B4A-ADF9-4F743E57F4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8C81CA3-3B94-8AAF-F510-59413CBE5B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2AF02B-BB56-4A28-7829-3984F60D5A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64EB2E-A77E-47D7-9DA7-93BBD7902314}" type="datetimeFigureOut">
              <a:rPr lang="zh-CN" altLang="en-US" smtClean="0"/>
              <a:t>2025/11/17</a:t>
            </a:fld>
            <a:endParaRPr lang="zh-CN" altLang="en-US"/>
          </a:p>
        </p:txBody>
      </p:sp>
      <p:sp>
        <p:nvSpPr>
          <p:cNvPr id="5" name="页脚占位符 4">
            <a:extLst>
              <a:ext uri="{FF2B5EF4-FFF2-40B4-BE49-F238E27FC236}">
                <a16:creationId xmlns:a16="http://schemas.microsoft.com/office/drawing/2014/main" id="{2F2BB0D9-317C-AD53-1AF2-E01632E791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5F20FB2-1D4D-4374-7520-1C27964A4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C0F2A-1925-4B1A-8F6A-46D2EA05656E}" type="slidenum">
              <a:rPr lang="zh-CN" altLang="en-US" smtClean="0"/>
              <a:t>‹#›</a:t>
            </a:fld>
            <a:endParaRPr lang="zh-CN" altLang="en-US"/>
          </a:p>
        </p:txBody>
      </p:sp>
    </p:spTree>
    <p:extLst>
      <p:ext uri="{BB962C8B-B14F-4D97-AF65-F5344CB8AC3E}">
        <p14:creationId xmlns:p14="http://schemas.microsoft.com/office/powerpoint/2010/main" val="4015171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3B696-7B80-F07D-95FA-90ACBE72DEA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5C1D58F-D4AA-2E60-2738-4F1DAE802537}"/>
              </a:ext>
            </a:extLst>
          </p:cNvPr>
          <p:cNvSpPr>
            <a:spLocks noChangeArrowheads="1"/>
          </p:cNvSpPr>
          <p:nvPr/>
        </p:nvSpPr>
        <p:spPr bwMode="auto">
          <a:xfrm>
            <a:off x="240206" y="1713145"/>
            <a:ext cx="11711587"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lang="en-US" altLang="zh-CN" sz="7200" dirty="0">
                <a:solidFill>
                  <a:schemeClr val="tx1">
                    <a:lumMod val="75000"/>
                    <a:lumOff val="25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Arial" panose="020B0604020202020204" pitchFamily="34" charset="0"/>
              </a:rPr>
              <a:t>CS461 – RECITATION 10</a:t>
            </a:r>
          </a:p>
          <a:p>
            <a:pPr algn="ctr" eaLnBrk="0" fontAlgn="base" hangingPunct="0">
              <a:lnSpc>
                <a:spcPct val="150000"/>
              </a:lnSpc>
              <a:spcBef>
                <a:spcPct val="0"/>
              </a:spcBef>
              <a:spcAft>
                <a:spcPct val="0"/>
              </a:spcAft>
            </a:pPr>
            <a:r>
              <a:rPr lang="en-US" altLang="zh-CN" sz="5400" cap="all" dirty="0">
                <a:latin typeface="Arial" panose="020B0604020202020204" pitchFamily="34" charset="0"/>
                <a:cs typeface="Arial" panose="020B0604020202020204" pitchFamily="34" charset="0"/>
              </a:rPr>
              <a:t>Machine Learning Principles</a:t>
            </a:r>
          </a:p>
          <a:p>
            <a:pPr algn="ctr"/>
            <a:r>
              <a:rPr lang="en-US" altLang="zh-CN" sz="3200" dirty="0">
                <a:latin typeface="Gadugi" panose="020B0502040204020203" pitchFamily="34" charset="0"/>
                <a:ea typeface="Gadugi" panose="020B0502040204020203" pitchFamily="34" charset="0"/>
                <a:cs typeface="Arial" panose="020B0604020202020204" pitchFamily="34" charset="0"/>
              </a:rPr>
              <a:t>Daize Dong</a:t>
            </a:r>
          </a:p>
          <a:p>
            <a:pPr algn="ctr"/>
            <a:r>
              <a:rPr lang="en-US" altLang="zh-CN" sz="3200" dirty="0">
                <a:latin typeface="Gadugi" panose="020B0502040204020203" pitchFamily="34" charset="0"/>
                <a:ea typeface="Gadugi" panose="020B0502040204020203" pitchFamily="34" charset="0"/>
                <a:cs typeface="Arial" panose="020B0604020202020204" pitchFamily="34" charset="0"/>
              </a:rPr>
              <a:t>2025-11-17</a:t>
            </a:r>
          </a:p>
        </p:txBody>
      </p:sp>
    </p:spTree>
    <p:extLst>
      <p:ext uri="{BB962C8B-B14F-4D97-AF65-F5344CB8AC3E}">
        <p14:creationId xmlns:p14="http://schemas.microsoft.com/office/powerpoint/2010/main" val="3937104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85EE3-5D54-AFA8-A129-83936F10F8E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2FDEE2B-03B6-919E-C949-0A35F9D381EC}"/>
              </a:ext>
            </a:extLst>
          </p:cNvPr>
          <p:cNvSpPr>
            <a:spLocks noChangeArrowheads="1"/>
          </p:cNvSpPr>
          <p:nvPr/>
        </p:nvSpPr>
        <p:spPr bwMode="auto">
          <a:xfrm>
            <a:off x="1975125" y="1648838"/>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TODAY’S CONTENT</a:t>
            </a:r>
          </a:p>
        </p:txBody>
      </p:sp>
      <p:sp>
        <p:nvSpPr>
          <p:cNvPr id="5" name="Rectangle 2">
            <a:extLst>
              <a:ext uri="{FF2B5EF4-FFF2-40B4-BE49-F238E27FC236}">
                <a16:creationId xmlns:a16="http://schemas.microsoft.com/office/drawing/2014/main" id="{4BAB7A37-0F49-4009-FBB7-94EDB1BDE261}"/>
              </a:ext>
            </a:extLst>
          </p:cNvPr>
          <p:cNvSpPr>
            <a:spLocks noChangeArrowheads="1"/>
          </p:cNvSpPr>
          <p:nvPr/>
        </p:nvSpPr>
        <p:spPr bwMode="auto">
          <a:xfrm>
            <a:off x="3658522" y="3210744"/>
            <a:ext cx="4874916" cy="1071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ts val="4000"/>
              </a:lnSpc>
              <a:buFont typeface="Arial" panose="020B0604020202020204" pitchFamily="34" charset="0"/>
              <a:buChar char="•"/>
            </a:pPr>
            <a:r>
              <a:rPr lang="en-US" altLang="zh-CN" sz="2800" dirty="0">
                <a:latin typeface="Arial" panose="020B0604020202020204" pitchFamily="34" charset="0"/>
                <a:ea typeface="Gadugi" panose="020B0502040204020203" pitchFamily="34" charset="0"/>
                <a:cs typeface="Arial" panose="020B0604020202020204" pitchFamily="34" charset="0"/>
              </a:rPr>
              <a:t>Quiz 04</a:t>
            </a:r>
          </a:p>
          <a:p>
            <a:pPr marL="457200" indent="-457200">
              <a:lnSpc>
                <a:spcPts val="4000"/>
              </a:lnSpc>
              <a:buFont typeface="Arial" panose="020B0604020202020204" pitchFamily="34" charset="0"/>
              <a:buChar char="•"/>
            </a:pPr>
            <a:r>
              <a:rPr lang="en-US" altLang="zh-CN" sz="2800" dirty="0">
                <a:latin typeface="Arial" panose="020B0604020202020204" pitchFamily="34" charset="0"/>
                <a:ea typeface="Gadugi" panose="020B0502040204020203" pitchFamily="34" charset="0"/>
                <a:cs typeface="Arial" panose="020B0604020202020204" pitchFamily="34" charset="0"/>
              </a:rPr>
              <a:t>Homework 04</a:t>
            </a:r>
          </a:p>
        </p:txBody>
      </p:sp>
    </p:spTree>
    <p:extLst>
      <p:ext uri="{BB962C8B-B14F-4D97-AF65-F5344CB8AC3E}">
        <p14:creationId xmlns:p14="http://schemas.microsoft.com/office/powerpoint/2010/main" val="1581673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03B63-3B14-51DA-AF77-04FCF6FC6C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7D2693E-BE60-D9D8-0E71-3AF33B144C1C}"/>
              </a:ext>
            </a:extLst>
          </p:cNvPr>
          <p:cNvSpPr>
            <a:spLocks noChangeArrowheads="1"/>
          </p:cNvSpPr>
          <p:nvPr/>
        </p:nvSpPr>
        <p:spPr bwMode="auto">
          <a:xfrm>
            <a:off x="1975144" y="2967335"/>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Tree>
    <p:extLst>
      <p:ext uri="{BB962C8B-B14F-4D97-AF65-F5344CB8AC3E}">
        <p14:creationId xmlns:p14="http://schemas.microsoft.com/office/powerpoint/2010/main" val="421997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4DAE2-EA34-5C6F-C069-0458AB71C3F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BAB5F28-D0B0-A985-526F-76CDF1DCF2DF}"/>
              </a:ext>
            </a:extLst>
          </p:cNvPr>
          <p:cNvSpPr>
            <a:spLocks noChangeArrowheads="1"/>
          </p:cNvSpPr>
          <p:nvPr/>
        </p:nvSpPr>
        <p:spPr bwMode="auto">
          <a:xfrm>
            <a:off x="1975138" y="497027"/>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2" name="Rectangle 2">
            <a:extLst>
              <a:ext uri="{FF2B5EF4-FFF2-40B4-BE49-F238E27FC236}">
                <a16:creationId xmlns:a16="http://schemas.microsoft.com/office/drawing/2014/main" id="{A909F160-7DFF-E31E-B459-436F9BC3B8CA}"/>
              </a:ext>
            </a:extLst>
          </p:cNvPr>
          <p:cNvSpPr>
            <a:spLocks noChangeArrowheads="1"/>
          </p:cNvSpPr>
          <p:nvPr/>
        </p:nvSpPr>
        <p:spPr bwMode="auto">
          <a:xfrm>
            <a:off x="-7" y="1630161"/>
            <a:ext cx="12191999" cy="311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ts val="4000"/>
              </a:lnSpc>
              <a:buAutoNum type="arabicPeriod"/>
            </a:pPr>
            <a:r>
              <a:rPr lang="en-US" altLang="zh-CN" sz="2400" b="1" dirty="0">
                <a:latin typeface="Arial" panose="020B0604020202020204" pitchFamily="34" charset="0"/>
                <a:ea typeface="Gadugi" panose="020B0502040204020203" pitchFamily="34" charset="0"/>
                <a:cs typeface="Arial" panose="020B0604020202020204" pitchFamily="34" charset="0"/>
              </a:rPr>
              <a:t>When comparing a HMM to other ML techniques from this course, which is true?</a:t>
            </a:r>
          </a:p>
          <a:p>
            <a:pPr marL="457200" indent="-457200">
              <a:lnSpc>
                <a:spcPts val="4000"/>
              </a:lnSpc>
              <a:buAutoNum type="alphaLcParenBoth"/>
            </a:pPr>
            <a:r>
              <a:rPr lang="en-US" altLang="zh-CN" sz="2400" dirty="0">
                <a:latin typeface="Arial" panose="020B0604020202020204" pitchFamily="34" charset="0"/>
                <a:ea typeface="Gadugi" panose="020B0502040204020203" pitchFamily="34" charset="0"/>
                <a:cs typeface="Arial" panose="020B0604020202020204" pitchFamily="34" charset="0"/>
              </a:rPr>
              <a:t>HMMs can be trained with the </a:t>
            </a:r>
            <a:r>
              <a:rPr lang="en-US" altLang="zh-CN" sz="2400" u="sng" dirty="0">
                <a:latin typeface="Arial" panose="020B0604020202020204" pitchFamily="34" charset="0"/>
                <a:ea typeface="Gadugi" panose="020B0502040204020203" pitchFamily="34" charset="0"/>
                <a:cs typeface="Arial" panose="020B0604020202020204" pitchFamily="34" charset="0"/>
              </a:rPr>
              <a:t>EM algorithm</a:t>
            </a:r>
            <a:r>
              <a:rPr lang="en-US" altLang="zh-CN" sz="2400" dirty="0">
                <a:latin typeface="Arial" panose="020B0604020202020204" pitchFamily="34" charset="0"/>
                <a:ea typeface="Gadugi" panose="020B0502040204020203" pitchFamily="34" charset="0"/>
                <a:cs typeface="Arial" panose="020B0604020202020204" pitchFamily="34" charset="0"/>
              </a:rPr>
              <a:t>, similar to GMMs and K-Means.</a:t>
            </a:r>
          </a:p>
          <a:p>
            <a:pPr marL="457200" indent="-457200">
              <a:lnSpc>
                <a:spcPts val="4000"/>
              </a:lnSpc>
              <a:buAutoNum type="alphaLcParenBoth"/>
            </a:pPr>
            <a:r>
              <a:rPr lang="en-US" altLang="zh-CN" sz="2400" dirty="0">
                <a:latin typeface="Arial" panose="020B0604020202020204" pitchFamily="34" charset="0"/>
                <a:ea typeface="Gadugi" panose="020B0502040204020203" pitchFamily="34" charset="0"/>
                <a:cs typeface="Arial" panose="020B0604020202020204" pitchFamily="34" charset="0"/>
              </a:rPr>
              <a:t>HMMs capture </a:t>
            </a:r>
            <a:r>
              <a:rPr lang="en-US" altLang="zh-CN" sz="2400" u="sng" dirty="0">
                <a:latin typeface="Arial" panose="020B0604020202020204" pitchFamily="34" charset="0"/>
                <a:ea typeface="Gadugi" panose="020B0502040204020203" pitchFamily="34" charset="0"/>
                <a:cs typeface="Arial" panose="020B0604020202020204" pitchFamily="34" charset="0"/>
              </a:rPr>
              <a:t>temporal relationships</a:t>
            </a:r>
            <a:r>
              <a:rPr lang="en-US" altLang="zh-CN" sz="2400" dirty="0">
                <a:latin typeface="Arial" panose="020B0604020202020204" pitchFamily="34" charset="0"/>
                <a:ea typeface="Gadugi" panose="020B0502040204020203" pitchFamily="34" charset="0"/>
                <a:cs typeface="Arial" panose="020B0604020202020204" pitchFamily="34" charset="0"/>
              </a:rPr>
              <a:t> between observations of arbitrary length, which is difficult to do with the other techniques so far covered in this class.</a:t>
            </a:r>
          </a:p>
          <a:p>
            <a:pPr marL="457200" indent="-457200">
              <a:lnSpc>
                <a:spcPts val="4000"/>
              </a:lnSpc>
              <a:buAutoNum type="alphaLcParenBoth"/>
            </a:pPr>
            <a:r>
              <a:rPr lang="en-US" altLang="zh-CN" sz="2400" dirty="0">
                <a:solidFill>
                  <a:srgbClr val="FF0000"/>
                </a:solidFill>
                <a:latin typeface="Arial" panose="020B0604020202020204" pitchFamily="34" charset="0"/>
                <a:ea typeface="Gadugi" panose="020B0502040204020203" pitchFamily="34" charset="0"/>
                <a:cs typeface="Arial" panose="020B0604020202020204" pitchFamily="34" charset="0"/>
              </a:rPr>
              <a:t>Both of the above are true.</a:t>
            </a:r>
          </a:p>
          <a:p>
            <a:pPr marL="457200" indent="-457200">
              <a:lnSpc>
                <a:spcPts val="4000"/>
              </a:lnSpc>
              <a:buAutoNum type="alphaLcParenBoth"/>
            </a:pPr>
            <a:r>
              <a:rPr lang="en-US" altLang="zh-CN" sz="2400" dirty="0">
                <a:latin typeface="Arial" panose="020B0604020202020204" pitchFamily="34" charset="0"/>
                <a:ea typeface="Gadugi" panose="020B0502040204020203" pitchFamily="34" charset="0"/>
                <a:cs typeface="Arial" panose="020B0604020202020204" pitchFamily="34" charset="0"/>
              </a:rPr>
              <a:t>All of the above are false.</a:t>
            </a:r>
          </a:p>
        </p:txBody>
      </p:sp>
      <p:graphicFrame>
        <p:nvGraphicFramePr>
          <p:cNvPr id="6" name="表格 5">
            <a:extLst>
              <a:ext uri="{FF2B5EF4-FFF2-40B4-BE49-F238E27FC236}">
                <a16:creationId xmlns:a16="http://schemas.microsoft.com/office/drawing/2014/main" id="{219E2ED8-6D88-516F-CA47-5B54BF51BCCA}"/>
              </a:ext>
            </a:extLst>
          </p:cNvPr>
          <p:cNvGraphicFramePr>
            <a:graphicFrameLocks noGrp="1"/>
          </p:cNvGraphicFramePr>
          <p:nvPr>
            <p:extLst>
              <p:ext uri="{D42A27DB-BD31-4B8C-83A1-F6EECF244321}">
                <p14:modId xmlns:p14="http://schemas.microsoft.com/office/powerpoint/2010/main" val="4241327177"/>
              </p:ext>
            </p:extLst>
          </p:nvPr>
        </p:nvGraphicFramePr>
        <p:xfrm>
          <a:off x="9034998" y="587852"/>
          <a:ext cx="2626796" cy="741680"/>
        </p:xfrm>
        <a:graphic>
          <a:graphicData uri="http://schemas.openxmlformats.org/drawingml/2006/table">
            <a:tbl>
              <a:tblPr firstRow="1" bandRow="1">
                <a:tableStyleId>{5C22544A-7EE6-4342-B048-85BDC9FD1C3A}</a:tableStyleId>
              </a:tblPr>
              <a:tblGrid>
                <a:gridCol w="656699">
                  <a:extLst>
                    <a:ext uri="{9D8B030D-6E8A-4147-A177-3AD203B41FA5}">
                      <a16:colId xmlns:a16="http://schemas.microsoft.com/office/drawing/2014/main" val="4022499809"/>
                    </a:ext>
                  </a:extLst>
                </a:gridCol>
                <a:gridCol w="656699">
                  <a:extLst>
                    <a:ext uri="{9D8B030D-6E8A-4147-A177-3AD203B41FA5}">
                      <a16:colId xmlns:a16="http://schemas.microsoft.com/office/drawing/2014/main" val="221088532"/>
                    </a:ext>
                  </a:extLst>
                </a:gridCol>
                <a:gridCol w="656699">
                  <a:extLst>
                    <a:ext uri="{9D8B030D-6E8A-4147-A177-3AD203B41FA5}">
                      <a16:colId xmlns:a16="http://schemas.microsoft.com/office/drawing/2014/main" val="4021448196"/>
                    </a:ext>
                  </a:extLst>
                </a:gridCol>
                <a:gridCol w="656699">
                  <a:extLst>
                    <a:ext uri="{9D8B030D-6E8A-4147-A177-3AD203B41FA5}">
                      <a16:colId xmlns:a16="http://schemas.microsoft.com/office/drawing/2014/main" val="3887016703"/>
                    </a:ext>
                  </a:extLst>
                </a:gridCol>
              </a:tblGrid>
              <a:tr h="370840">
                <a:tc>
                  <a:txBody>
                    <a:bodyPr/>
                    <a:lstStyle/>
                    <a:p>
                      <a:pPr algn="ctr"/>
                      <a:r>
                        <a:rPr lang="en-US" altLang="zh-CN" dirty="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537906"/>
                  </a:ext>
                </a:extLst>
              </a:tr>
              <a:tr h="370840">
                <a:tc>
                  <a:txBody>
                    <a:bodyPr/>
                    <a:lstStyle/>
                    <a:p>
                      <a:pPr algn="ctr"/>
                      <a:r>
                        <a:rPr lang="en-US" altLang="zh-CN" dirty="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16</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3504980"/>
                  </a:ext>
                </a:extLst>
              </a:tr>
            </a:tbl>
          </a:graphicData>
        </a:graphic>
      </p:graphicFrame>
      <p:sp>
        <p:nvSpPr>
          <p:cNvPr id="11" name="文本框 10">
            <a:extLst>
              <a:ext uri="{FF2B5EF4-FFF2-40B4-BE49-F238E27FC236}">
                <a16:creationId xmlns:a16="http://schemas.microsoft.com/office/drawing/2014/main" id="{1ACA367C-C87B-2E84-D73E-D9D19633BE82}"/>
              </a:ext>
            </a:extLst>
          </p:cNvPr>
          <p:cNvSpPr txBox="1"/>
          <p:nvPr/>
        </p:nvSpPr>
        <p:spPr>
          <a:xfrm>
            <a:off x="3964765" y="5362116"/>
            <a:ext cx="3780386" cy="369332"/>
          </a:xfrm>
          <a:prstGeom prst="rect">
            <a:avLst/>
          </a:prstGeom>
          <a:noFill/>
        </p:spPr>
        <p:txBody>
          <a:bodyPr wrap="square">
            <a:spAutoFit/>
          </a:bodyPr>
          <a:lstStyle/>
          <a:p>
            <a:r>
              <a:rPr lang="en-US" altLang="zh-CN" dirty="0">
                <a:latin typeface="Arial" panose="020B0604020202020204" pitchFamily="34" charset="0"/>
                <a:ea typeface="Gadugi" panose="020B0502040204020203" pitchFamily="34" charset="0"/>
                <a:cs typeface="Arial" panose="020B0604020202020204" pitchFamily="34" charset="0"/>
              </a:rPr>
              <a:t>EM in HMM: forward-backward.</a:t>
            </a:r>
            <a:endParaRPr lang="zh-CN" altLang="en-US" dirty="0"/>
          </a:p>
        </p:txBody>
      </p:sp>
    </p:spTree>
    <p:extLst>
      <p:ext uri="{BB962C8B-B14F-4D97-AF65-F5344CB8AC3E}">
        <p14:creationId xmlns:p14="http://schemas.microsoft.com/office/powerpoint/2010/main" val="3446138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46252-4821-E859-3B74-1B98AA80ACA3}"/>
            </a:ext>
          </a:extLst>
        </p:cNvPr>
        <p:cNvGrpSpPr/>
        <p:nvPr/>
      </p:nvGrpSpPr>
      <p:grpSpPr>
        <a:xfrm>
          <a:off x="0" y="0"/>
          <a:ext cx="0" cy="0"/>
          <a:chOff x="0" y="0"/>
          <a:chExt cx="0" cy="0"/>
        </a:xfrm>
      </p:grpSpPr>
      <p:sp>
        <p:nvSpPr>
          <p:cNvPr id="7" name="Rectangle 2">
            <a:extLst>
              <a:ext uri="{FF2B5EF4-FFF2-40B4-BE49-F238E27FC236}">
                <a16:creationId xmlns:a16="http://schemas.microsoft.com/office/drawing/2014/main" id="{1A09772F-FDD2-5C7A-2A56-27AFE16A6448}"/>
              </a:ext>
            </a:extLst>
          </p:cNvPr>
          <p:cNvSpPr>
            <a:spLocks noChangeArrowheads="1"/>
          </p:cNvSpPr>
          <p:nvPr/>
        </p:nvSpPr>
        <p:spPr bwMode="auto">
          <a:xfrm>
            <a:off x="285621" y="1420357"/>
            <a:ext cx="11620751" cy="4137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4000"/>
              </a:lnSpc>
            </a:pPr>
            <a:r>
              <a:rPr lang="en-US" altLang="zh-CN" sz="2400" b="1" dirty="0">
                <a:latin typeface="Arial" panose="020B0604020202020204" pitchFamily="34" charset="0"/>
                <a:cs typeface="Arial" panose="020B0604020202020204" pitchFamily="34" charset="0"/>
              </a:rPr>
              <a:t>2. When is a HMM least effective at predicting hidden states given observed states?</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When there are no state transitions (meaning each state transitions to itself with probability 1).</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When each state's transition probability to remain in the same state is very high, but less than 1.</a:t>
            </a:r>
          </a:p>
          <a:p>
            <a:pPr marL="457200" indent="-457200">
              <a:lnSpc>
                <a:spcPts val="4000"/>
              </a:lnSpc>
              <a:buAutoNum type="alphaLcParenBoth"/>
            </a:pPr>
            <a:r>
              <a:rPr lang="en-US" altLang="zh-CN" sz="2400" dirty="0">
                <a:solidFill>
                  <a:srgbClr val="FF0000"/>
                </a:solidFill>
                <a:latin typeface="Arial" panose="020B0604020202020204" pitchFamily="34" charset="0"/>
                <a:cs typeface="Arial" panose="020B0604020202020204" pitchFamily="34" charset="0"/>
              </a:rPr>
              <a:t>When state transitions are all equally likely.</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A HMM is always effective at predicting hidden states.</a:t>
            </a:r>
            <a:endParaRPr lang="en-US" altLang="zh-CN" sz="2400" dirty="0">
              <a:solidFill>
                <a:srgbClr val="FF0000"/>
              </a:solidFill>
              <a:latin typeface="Arial" panose="020B0604020202020204" pitchFamily="34" charset="0"/>
              <a:ea typeface="Gadugi" panose="020B0502040204020203" pitchFamily="34" charset="0"/>
              <a:cs typeface="Arial" panose="020B0604020202020204" pitchFamily="34" charset="0"/>
            </a:endParaRPr>
          </a:p>
        </p:txBody>
      </p:sp>
      <p:graphicFrame>
        <p:nvGraphicFramePr>
          <p:cNvPr id="4" name="表格 3">
            <a:extLst>
              <a:ext uri="{FF2B5EF4-FFF2-40B4-BE49-F238E27FC236}">
                <a16:creationId xmlns:a16="http://schemas.microsoft.com/office/drawing/2014/main" id="{9AFFCB88-2C05-76AE-C8D0-9545E9AED1CD}"/>
              </a:ext>
            </a:extLst>
          </p:cNvPr>
          <p:cNvGraphicFramePr>
            <a:graphicFrameLocks noGrp="1"/>
          </p:cNvGraphicFramePr>
          <p:nvPr>
            <p:extLst>
              <p:ext uri="{D42A27DB-BD31-4B8C-83A1-F6EECF244321}">
                <p14:modId xmlns:p14="http://schemas.microsoft.com/office/powerpoint/2010/main" val="3097747767"/>
              </p:ext>
            </p:extLst>
          </p:nvPr>
        </p:nvGraphicFramePr>
        <p:xfrm>
          <a:off x="9034998" y="587852"/>
          <a:ext cx="2626796" cy="741680"/>
        </p:xfrm>
        <a:graphic>
          <a:graphicData uri="http://schemas.openxmlformats.org/drawingml/2006/table">
            <a:tbl>
              <a:tblPr firstRow="1" bandRow="1">
                <a:tableStyleId>{5C22544A-7EE6-4342-B048-85BDC9FD1C3A}</a:tableStyleId>
              </a:tblPr>
              <a:tblGrid>
                <a:gridCol w="656699">
                  <a:extLst>
                    <a:ext uri="{9D8B030D-6E8A-4147-A177-3AD203B41FA5}">
                      <a16:colId xmlns:a16="http://schemas.microsoft.com/office/drawing/2014/main" val="4022499809"/>
                    </a:ext>
                  </a:extLst>
                </a:gridCol>
                <a:gridCol w="656699">
                  <a:extLst>
                    <a:ext uri="{9D8B030D-6E8A-4147-A177-3AD203B41FA5}">
                      <a16:colId xmlns:a16="http://schemas.microsoft.com/office/drawing/2014/main" val="221088532"/>
                    </a:ext>
                  </a:extLst>
                </a:gridCol>
                <a:gridCol w="656699">
                  <a:extLst>
                    <a:ext uri="{9D8B030D-6E8A-4147-A177-3AD203B41FA5}">
                      <a16:colId xmlns:a16="http://schemas.microsoft.com/office/drawing/2014/main" val="4021448196"/>
                    </a:ext>
                  </a:extLst>
                </a:gridCol>
                <a:gridCol w="656699">
                  <a:extLst>
                    <a:ext uri="{9D8B030D-6E8A-4147-A177-3AD203B41FA5}">
                      <a16:colId xmlns:a16="http://schemas.microsoft.com/office/drawing/2014/main" val="3887016703"/>
                    </a:ext>
                  </a:extLst>
                </a:gridCol>
              </a:tblGrid>
              <a:tr h="370840">
                <a:tc>
                  <a:txBody>
                    <a:bodyPr/>
                    <a:lstStyle/>
                    <a:p>
                      <a:pPr algn="ctr"/>
                      <a:r>
                        <a:rPr lang="en-US" altLang="zh-CN" dirty="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537906"/>
                  </a:ext>
                </a:extLst>
              </a:tr>
              <a:tr h="370840">
                <a:tc>
                  <a:txBody>
                    <a:bodyPr/>
                    <a:lstStyle/>
                    <a:p>
                      <a:pPr algn="ctr"/>
                      <a:r>
                        <a:rPr lang="en-US" altLang="zh-CN" dirty="0">
                          <a:solidFill>
                            <a:schemeClr val="tx1"/>
                          </a:solidFill>
                        </a:rPr>
                        <a:t>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15</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3504980"/>
                  </a:ext>
                </a:extLst>
              </a:tr>
            </a:tbl>
          </a:graphicData>
        </a:graphic>
      </p:graphicFrame>
      <p:sp>
        <p:nvSpPr>
          <p:cNvPr id="5" name="Rectangle 2">
            <a:extLst>
              <a:ext uri="{FF2B5EF4-FFF2-40B4-BE49-F238E27FC236}">
                <a16:creationId xmlns:a16="http://schemas.microsoft.com/office/drawing/2014/main" id="{FD8E79ED-B23C-AD20-C27D-F8661564C74F}"/>
              </a:ext>
            </a:extLst>
          </p:cNvPr>
          <p:cNvSpPr>
            <a:spLocks noChangeArrowheads="1"/>
          </p:cNvSpPr>
          <p:nvPr/>
        </p:nvSpPr>
        <p:spPr bwMode="auto">
          <a:xfrm>
            <a:off x="1975142" y="497027"/>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9" name="文本框 8">
            <a:extLst>
              <a:ext uri="{FF2B5EF4-FFF2-40B4-BE49-F238E27FC236}">
                <a16:creationId xmlns:a16="http://schemas.microsoft.com/office/drawing/2014/main" id="{E3BA595E-43FE-731B-634C-CA5F3A4D9CCE}"/>
              </a:ext>
            </a:extLst>
          </p:cNvPr>
          <p:cNvSpPr txBox="1"/>
          <p:nvPr/>
        </p:nvSpPr>
        <p:spPr>
          <a:xfrm>
            <a:off x="7042697" y="4619525"/>
            <a:ext cx="4390330" cy="369332"/>
          </a:xfrm>
          <a:prstGeom prst="rect">
            <a:avLst/>
          </a:prstGeom>
          <a:noFill/>
        </p:spPr>
        <p:txBody>
          <a:bodyPr wrap="square">
            <a:spAutoFit/>
          </a:bodyPr>
          <a:lstStyle/>
          <a:p>
            <a:r>
              <a:rPr lang="en-US" altLang="zh-CN" dirty="0">
                <a:solidFill>
                  <a:srgbClr val="7030A0"/>
                </a:solidFill>
                <a:latin typeface="Arial" panose="020B0604020202020204" pitchFamily="34" charset="0"/>
                <a:ea typeface="Gadugi" panose="020B0502040204020203" pitchFamily="34" charset="0"/>
                <a:cs typeface="Arial" panose="020B0604020202020204" pitchFamily="34" charset="0"/>
              </a:rPr>
              <a:t>Lost all information. (uniform distribution)</a:t>
            </a:r>
            <a:endParaRPr lang="zh-CN" altLang="en-US" dirty="0">
              <a:solidFill>
                <a:srgbClr val="7030A0"/>
              </a:solidFill>
            </a:endParaRPr>
          </a:p>
        </p:txBody>
      </p:sp>
    </p:spTree>
    <p:extLst>
      <p:ext uri="{BB962C8B-B14F-4D97-AF65-F5344CB8AC3E}">
        <p14:creationId xmlns:p14="http://schemas.microsoft.com/office/powerpoint/2010/main" val="257122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CB63-50D7-65D3-A59A-99472DF4F9C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96FE505-D5BC-B0C2-64BC-1AB71DCE47F6}"/>
              </a:ext>
            </a:extLst>
          </p:cNvPr>
          <p:cNvSpPr>
            <a:spLocks noChangeArrowheads="1"/>
          </p:cNvSpPr>
          <p:nvPr/>
        </p:nvSpPr>
        <p:spPr bwMode="auto">
          <a:xfrm>
            <a:off x="285615" y="1675069"/>
            <a:ext cx="11620751" cy="311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4000"/>
              </a:lnSpc>
            </a:pPr>
            <a:r>
              <a:rPr lang="en-US" altLang="zh-CN" sz="2400" b="1" dirty="0">
                <a:latin typeface="Arial" panose="020B0604020202020204" pitchFamily="34" charset="0"/>
                <a:cs typeface="Arial" panose="020B0604020202020204" pitchFamily="34" charset="0"/>
              </a:rPr>
              <a:t>3. What is true about the stationary distribution, π, of a hidden Markov model?</a:t>
            </a:r>
          </a:p>
          <a:p>
            <a:pPr marL="457200" indent="-457200">
              <a:lnSpc>
                <a:spcPts val="4000"/>
              </a:lnSpc>
              <a:buAutoNum type="alphaLcParenBoth"/>
            </a:pPr>
            <a:r>
              <a:rPr lang="en-US" altLang="zh-CN" sz="2400" dirty="0">
                <a:solidFill>
                  <a:srgbClr val="FF0000"/>
                </a:solidFill>
                <a:latin typeface="Arial" panose="020B0604020202020204" pitchFamily="34" charset="0"/>
                <a:cs typeface="Arial" panose="020B0604020202020204" pitchFamily="34" charset="0"/>
              </a:rPr>
              <a:t>π= π A.</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Unlike the initial state distribution, the stationary distribution does not need to sum to 1.</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π= π ABO.</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None of the above.</a:t>
            </a:r>
          </a:p>
        </p:txBody>
      </p:sp>
      <p:sp>
        <p:nvSpPr>
          <p:cNvPr id="5" name="Rectangle 2">
            <a:extLst>
              <a:ext uri="{FF2B5EF4-FFF2-40B4-BE49-F238E27FC236}">
                <a16:creationId xmlns:a16="http://schemas.microsoft.com/office/drawing/2014/main" id="{6F8F6B41-2C39-502A-4F2C-E0700536F941}"/>
              </a:ext>
            </a:extLst>
          </p:cNvPr>
          <p:cNvSpPr>
            <a:spLocks noChangeArrowheads="1"/>
          </p:cNvSpPr>
          <p:nvPr/>
        </p:nvSpPr>
        <p:spPr bwMode="auto">
          <a:xfrm>
            <a:off x="1975136" y="497027"/>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graphicFrame>
        <p:nvGraphicFramePr>
          <p:cNvPr id="8" name="表格 7">
            <a:extLst>
              <a:ext uri="{FF2B5EF4-FFF2-40B4-BE49-F238E27FC236}">
                <a16:creationId xmlns:a16="http://schemas.microsoft.com/office/drawing/2014/main" id="{35D6DD70-2370-ACE0-B22E-643C4524C32A}"/>
              </a:ext>
            </a:extLst>
          </p:cNvPr>
          <p:cNvGraphicFramePr>
            <a:graphicFrameLocks noGrp="1"/>
          </p:cNvGraphicFramePr>
          <p:nvPr>
            <p:extLst>
              <p:ext uri="{D42A27DB-BD31-4B8C-83A1-F6EECF244321}">
                <p14:modId xmlns:p14="http://schemas.microsoft.com/office/powerpoint/2010/main" val="1203603506"/>
              </p:ext>
            </p:extLst>
          </p:nvPr>
        </p:nvGraphicFramePr>
        <p:xfrm>
          <a:off x="9034998" y="587852"/>
          <a:ext cx="2626796" cy="741680"/>
        </p:xfrm>
        <a:graphic>
          <a:graphicData uri="http://schemas.openxmlformats.org/drawingml/2006/table">
            <a:tbl>
              <a:tblPr firstRow="1" bandRow="1">
                <a:tableStyleId>{5C22544A-7EE6-4342-B048-85BDC9FD1C3A}</a:tableStyleId>
              </a:tblPr>
              <a:tblGrid>
                <a:gridCol w="656699">
                  <a:extLst>
                    <a:ext uri="{9D8B030D-6E8A-4147-A177-3AD203B41FA5}">
                      <a16:colId xmlns:a16="http://schemas.microsoft.com/office/drawing/2014/main" val="4022499809"/>
                    </a:ext>
                  </a:extLst>
                </a:gridCol>
                <a:gridCol w="656699">
                  <a:extLst>
                    <a:ext uri="{9D8B030D-6E8A-4147-A177-3AD203B41FA5}">
                      <a16:colId xmlns:a16="http://schemas.microsoft.com/office/drawing/2014/main" val="221088532"/>
                    </a:ext>
                  </a:extLst>
                </a:gridCol>
                <a:gridCol w="656699">
                  <a:extLst>
                    <a:ext uri="{9D8B030D-6E8A-4147-A177-3AD203B41FA5}">
                      <a16:colId xmlns:a16="http://schemas.microsoft.com/office/drawing/2014/main" val="4021448196"/>
                    </a:ext>
                  </a:extLst>
                </a:gridCol>
                <a:gridCol w="656699">
                  <a:extLst>
                    <a:ext uri="{9D8B030D-6E8A-4147-A177-3AD203B41FA5}">
                      <a16:colId xmlns:a16="http://schemas.microsoft.com/office/drawing/2014/main" val="3887016703"/>
                    </a:ext>
                  </a:extLst>
                </a:gridCol>
              </a:tblGrid>
              <a:tr h="370840">
                <a:tc>
                  <a:txBody>
                    <a:bodyPr/>
                    <a:lstStyle/>
                    <a:p>
                      <a:pPr algn="ctr"/>
                      <a:r>
                        <a:rPr lang="en-US" altLang="zh-CN" dirty="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537906"/>
                  </a:ext>
                </a:extLst>
              </a:tr>
              <a:tr h="370840">
                <a:tc>
                  <a:txBody>
                    <a:bodyPr/>
                    <a:lstStyle/>
                    <a:p>
                      <a:pPr algn="ctr"/>
                      <a:r>
                        <a:rPr lang="en-US" altLang="zh-CN" dirty="0">
                          <a:solidFill>
                            <a:schemeClr val="tx1"/>
                          </a:solidFill>
                        </a:rPr>
                        <a:t>18</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3504980"/>
                  </a:ext>
                </a:extLst>
              </a:tr>
            </a:tbl>
          </a:graphicData>
        </a:graphic>
      </p:graphicFrame>
      <p:sp>
        <p:nvSpPr>
          <p:cNvPr id="4" name="文本框 3">
            <a:extLst>
              <a:ext uri="{FF2B5EF4-FFF2-40B4-BE49-F238E27FC236}">
                <a16:creationId xmlns:a16="http://schemas.microsoft.com/office/drawing/2014/main" id="{286EC180-2DB1-ED90-679F-4B0CE888FA6E}"/>
              </a:ext>
            </a:extLst>
          </p:cNvPr>
          <p:cNvSpPr txBox="1"/>
          <p:nvPr/>
        </p:nvSpPr>
        <p:spPr>
          <a:xfrm>
            <a:off x="3964765" y="5362116"/>
            <a:ext cx="3780386" cy="369332"/>
          </a:xfrm>
          <a:prstGeom prst="rect">
            <a:avLst/>
          </a:prstGeom>
          <a:noFill/>
        </p:spPr>
        <p:txBody>
          <a:bodyPr wrap="square">
            <a:spAutoFit/>
          </a:bodyPr>
          <a:lstStyle/>
          <a:p>
            <a:r>
              <a:rPr lang="en-US" altLang="zh-CN" dirty="0">
                <a:latin typeface="Arial" panose="020B0604020202020204" pitchFamily="34" charset="0"/>
                <a:ea typeface="Gadugi" panose="020B0502040204020203" pitchFamily="34" charset="0"/>
                <a:cs typeface="Arial" panose="020B0604020202020204" pitchFamily="34" charset="0"/>
              </a:rPr>
              <a:t>Basic definition.</a:t>
            </a:r>
            <a:endParaRPr lang="zh-CN" altLang="en-US" dirty="0"/>
          </a:p>
        </p:txBody>
      </p:sp>
    </p:spTree>
    <p:extLst>
      <p:ext uri="{BB962C8B-B14F-4D97-AF65-F5344CB8AC3E}">
        <p14:creationId xmlns:p14="http://schemas.microsoft.com/office/powerpoint/2010/main" val="3014023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E58B7-3613-136C-88FA-1E51400C797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981F756-3358-677A-21BE-BD722952138F}"/>
              </a:ext>
            </a:extLst>
          </p:cNvPr>
          <p:cNvSpPr>
            <a:spLocks noChangeArrowheads="1"/>
          </p:cNvSpPr>
          <p:nvPr/>
        </p:nvSpPr>
        <p:spPr bwMode="auto">
          <a:xfrm>
            <a:off x="285614" y="1511182"/>
            <a:ext cx="11620751" cy="362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4000"/>
              </a:lnSpc>
            </a:pPr>
            <a:r>
              <a:rPr lang="en-US" altLang="zh-CN" sz="2400" b="1" dirty="0">
                <a:latin typeface="Arial" panose="020B0604020202020204" pitchFamily="34" charset="0"/>
                <a:cs typeface="Arial" panose="020B0604020202020204" pitchFamily="34" charset="0"/>
              </a:rPr>
              <a:t>4. Which statement best describes the kernel trick?</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Fitting polynomial parameters will better </a:t>
            </a:r>
            <a:r>
              <a:rPr lang="en-US" altLang="zh-CN" sz="2400" u="sng" dirty="0">
                <a:latin typeface="Arial" panose="020B0604020202020204" pitchFamily="34" charset="0"/>
                <a:cs typeface="Arial" panose="020B0604020202020204" pitchFamily="34" charset="0"/>
              </a:rPr>
              <a:t>capture the variance of a dataset</a:t>
            </a:r>
            <a:r>
              <a:rPr lang="en-US" altLang="zh-CN" sz="2400" dirty="0">
                <a:latin typeface="Arial" panose="020B0604020202020204" pitchFamily="34" charset="0"/>
                <a:cs typeface="Arial" panose="020B0604020202020204" pitchFamily="34" charset="0"/>
              </a:rPr>
              <a:t>.</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A </a:t>
            </a:r>
            <a:r>
              <a:rPr lang="en-US" altLang="zh-CN" sz="2400" u="sng" dirty="0">
                <a:latin typeface="Arial" panose="020B0604020202020204" pitchFamily="34" charset="0"/>
                <a:cs typeface="Arial" panose="020B0604020202020204" pitchFamily="34" charset="0"/>
              </a:rPr>
              <a:t>perceptron's Gram matrix</a:t>
            </a:r>
            <a:r>
              <a:rPr lang="en-US" altLang="zh-CN" sz="2400" dirty="0">
                <a:latin typeface="Arial" panose="020B0604020202020204" pitchFamily="34" charset="0"/>
                <a:cs typeface="Arial" panose="020B0604020202020204" pitchFamily="34" charset="0"/>
              </a:rPr>
              <a:t> is multiplied by a kernel function, improving the perceptron.</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The kernel trick requires </a:t>
            </a:r>
            <a:r>
              <a:rPr lang="en-US" altLang="zh-CN" sz="2400" u="sng" dirty="0">
                <a:latin typeface="Arial" panose="020B0604020202020204" pitchFamily="34" charset="0"/>
                <a:cs typeface="Arial" panose="020B0604020202020204" pitchFamily="34" charset="0"/>
              </a:rPr>
              <a:t>O(n^3) additional computation</a:t>
            </a:r>
            <a:r>
              <a:rPr lang="en-US" altLang="zh-CN" sz="2400" dirty="0">
                <a:latin typeface="Arial" panose="020B0604020202020204" pitchFamily="34" charset="0"/>
                <a:cs typeface="Arial" panose="020B0604020202020204" pitchFamily="34" charset="0"/>
              </a:rPr>
              <a:t>.</a:t>
            </a:r>
          </a:p>
          <a:p>
            <a:pPr marL="457200" indent="-457200">
              <a:lnSpc>
                <a:spcPts val="4000"/>
              </a:lnSpc>
              <a:buAutoNum type="alphaLcParenBoth"/>
            </a:pPr>
            <a:r>
              <a:rPr lang="en-US" altLang="zh-CN" sz="2400" dirty="0">
                <a:solidFill>
                  <a:srgbClr val="FF0000"/>
                </a:solidFill>
                <a:latin typeface="Arial" panose="020B0604020202020204" pitchFamily="34" charset="0"/>
                <a:cs typeface="Arial" panose="020B0604020202020204" pitchFamily="34" charset="0"/>
              </a:rPr>
              <a:t>Linear parameters can be mapped onto non-linear spaces, increasing the discriminative power of linear models.</a:t>
            </a:r>
            <a:endParaRPr lang="en-US" altLang="zh-CN" sz="2400" dirty="0">
              <a:solidFill>
                <a:srgbClr val="FF0000"/>
              </a:solidFill>
              <a:latin typeface="Arial" panose="020B0604020202020204" pitchFamily="34" charset="0"/>
              <a:ea typeface="Gadugi" panose="020B0502040204020203" pitchFamily="34" charset="0"/>
              <a:cs typeface="Arial" panose="020B0604020202020204" pitchFamily="34" charset="0"/>
            </a:endParaRPr>
          </a:p>
        </p:txBody>
      </p:sp>
      <p:graphicFrame>
        <p:nvGraphicFramePr>
          <p:cNvPr id="4" name="表格 3">
            <a:extLst>
              <a:ext uri="{FF2B5EF4-FFF2-40B4-BE49-F238E27FC236}">
                <a16:creationId xmlns:a16="http://schemas.microsoft.com/office/drawing/2014/main" id="{95B26651-5AE1-7024-0BA4-3953B3406476}"/>
              </a:ext>
            </a:extLst>
          </p:cNvPr>
          <p:cNvGraphicFramePr>
            <a:graphicFrameLocks noGrp="1"/>
          </p:cNvGraphicFramePr>
          <p:nvPr>
            <p:extLst>
              <p:ext uri="{D42A27DB-BD31-4B8C-83A1-F6EECF244321}">
                <p14:modId xmlns:p14="http://schemas.microsoft.com/office/powerpoint/2010/main" val="529777620"/>
              </p:ext>
            </p:extLst>
          </p:nvPr>
        </p:nvGraphicFramePr>
        <p:xfrm>
          <a:off x="9034998" y="587852"/>
          <a:ext cx="2626796" cy="741680"/>
        </p:xfrm>
        <a:graphic>
          <a:graphicData uri="http://schemas.openxmlformats.org/drawingml/2006/table">
            <a:tbl>
              <a:tblPr firstRow="1" bandRow="1">
                <a:tableStyleId>{5C22544A-7EE6-4342-B048-85BDC9FD1C3A}</a:tableStyleId>
              </a:tblPr>
              <a:tblGrid>
                <a:gridCol w="656699">
                  <a:extLst>
                    <a:ext uri="{9D8B030D-6E8A-4147-A177-3AD203B41FA5}">
                      <a16:colId xmlns:a16="http://schemas.microsoft.com/office/drawing/2014/main" val="4022499809"/>
                    </a:ext>
                  </a:extLst>
                </a:gridCol>
                <a:gridCol w="656699">
                  <a:extLst>
                    <a:ext uri="{9D8B030D-6E8A-4147-A177-3AD203B41FA5}">
                      <a16:colId xmlns:a16="http://schemas.microsoft.com/office/drawing/2014/main" val="221088532"/>
                    </a:ext>
                  </a:extLst>
                </a:gridCol>
                <a:gridCol w="656699">
                  <a:extLst>
                    <a:ext uri="{9D8B030D-6E8A-4147-A177-3AD203B41FA5}">
                      <a16:colId xmlns:a16="http://schemas.microsoft.com/office/drawing/2014/main" val="4021448196"/>
                    </a:ext>
                  </a:extLst>
                </a:gridCol>
                <a:gridCol w="656699">
                  <a:extLst>
                    <a:ext uri="{9D8B030D-6E8A-4147-A177-3AD203B41FA5}">
                      <a16:colId xmlns:a16="http://schemas.microsoft.com/office/drawing/2014/main" val="3887016703"/>
                    </a:ext>
                  </a:extLst>
                </a:gridCol>
              </a:tblGrid>
              <a:tr h="370840">
                <a:tc>
                  <a:txBody>
                    <a:bodyPr/>
                    <a:lstStyle/>
                    <a:p>
                      <a:pPr algn="ctr"/>
                      <a:r>
                        <a:rPr lang="en-US" altLang="zh-CN" dirty="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537906"/>
                  </a:ext>
                </a:extLst>
              </a:tr>
              <a:tr h="370840">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5</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14</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3504980"/>
                  </a:ext>
                </a:extLst>
              </a:tr>
            </a:tbl>
          </a:graphicData>
        </a:graphic>
      </p:graphicFrame>
      <p:sp>
        <p:nvSpPr>
          <p:cNvPr id="5" name="Rectangle 2">
            <a:extLst>
              <a:ext uri="{FF2B5EF4-FFF2-40B4-BE49-F238E27FC236}">
                <a16:creationId xmlns:a16="http://schemas.microsoft.com/office/drawing/2014/main" id="{B77C15DA-73E9-4F04-B5CF-0C3315770249}"/>
              </a:ext>
            </a:extLst>
          </p:cNvPr>
          <p:cNvSpPr>
            <a:spLocks noChangeArrowheads="1"/>
          </p:cNvSpPr>
          <p:nvPr/>
        </p:nvSpPr>
        <p:spPr bwMode="auto">
          <a:xfrm>
            <a:off x="1975136" y="497027"/>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6" name="文本框 5">
            <a:extLst>
              <a:ext uri="{FF2B5EF4-FFF2-40B4-BE49-F238E27FC236}">
                <a16:creationId xmlns:a16="http://schemas.microsoft.com/office/drawing/2014/main" id="{BD3F0278-4A7C-B004-2ED7-D0605623A878}"/>
              </a:ext>
            </a:extLst>
          </p:cNvPr>
          <p:cNvSpPr txBox="1"/>
          <p:nvPr/>
        </p:nvSpPr>
        <p:spPr>
          <a:xfrm>
            <a:off x="8503256" y="3662173"/>
            <a:ext cx="1631002" cy="369332"/>
          </a:xfrm>
          <a:prstGeom prst="rect">
            <a:avLst/>
          </a:prstGeom>
          <a:noFill/>
        </p:spPr>
        <p:txBody>
          <a:bodyPr wrap="square">
            <a:spAutoFit/>
          </a:bodyPr>
          <a:lstStyle/>
          <a:p>
            <a:r>
              <a:rPr lang="en-US" altLang="zh-CN" dirty="0">
                <a:solidFill>
                  <a:srgbClr val="7030A0"/>
                </a:solidFill>
                <a:latin typeface="Arial" panose="020B0604020202020204" pitchFamily="34" charset="0"/>
                <a:ea typeface="Gadugi" panose="020B0502040204020203" pitchFamily="34" charset="0"/>
                <a:cs typeface="Arial" panose="020B0604020202020204" pitchFamily="34" charset="0"/>
              </a:rPr>
              <a:t>can be any</a:t>
            </a:r>
            <a:endParaRPr lang="zh-CN" altLang="en-US" dirty="0">
              <a:solidFill>
                <a:srgbClr val="7030A0"/>
              </a:solidFill>
            </a:endParaRPr>
          </a:p>
        </p:txBody>
      </p:sp>
      <p:sp>
        <p:nvSpPr>
          <p:cNvPr id="7" name="文本框 6">
            <a:extLst>
              <a:ext uri="{FF2B5EF4-FFF2-40B4-BE49-F238E27FC236}">
                <a16:creationId xmlns:a16="http://schemas.microsoft.com/office/drawing/2014/main" id="{2FD71B55-FFBE-06BE-4A67-790A5AF42857}"/>
              </a:ext>
            </a:extLst>
          </p:cNvPr>
          <p:cNvSpPr txBox="1"/>
          <p:nvPr/>
        </p:nvSpPr>
        <p:spPr>
          <a:xfrm>
            <a:off x="7985700" y="1831409"/>
            <a:ext cx="4343561" cy="369332"/>
          </a:xfrm>
          <a:prstGeom prst="rect">
            <a:avLst/>
          </a:prstGeom>
          <a:noFill/>
        </p:spPr>
        <p:txBody>
          <a:bodyPr wrap="square">
            <a:spAutoFit/>
          </a:bodyPr>
          <a:lstStyle/>
          <a:p>
            <a:r>
              <a:rPr lang="en-US" altLang="zh-CN" dirty="0">
                <a:solidFill>
                  <a:srgbClr val="7030A0"/>
                </a:solidFill>
                <a:latin typeface="Arial" panose="020B0604020202020204" pitchFamily="34" charset="0"/>
                <a:ea typeface="Gadugi" panose="020B0502040204020203" pitchFamily="34" charset="0"/>
                <a:cs typeface="Arial" panose="020B0604020202020204" pitchFamily="34" charset="0"/>
              </a:rPr>
              <a:t>implicitly represent polynomial features</a:t>
            </a:r>
            <a:endParaRPr lang="zh-CN" altLang="en-US" dirty="0">
              <a:solidFill>
                <a:srgbClr val="7030A0"/>
              </a:solidFill>
            </a:endParaRPr>
          </a:p>
        </p:txBody>
      </p:sp>
      <p:sp>
        <p:nvSpPr>
          <p:cNvPr id="9" name="文本框 8">
            <a:extLst>
              <a:ext uri="{FF2B5EF4-FFF2-40B4-BE49-F238E27FC236}">
                <a16:creationId xmlns:a16="http://schemas.microsoft.com/office/drawing/2014/main" id="{3878CE15-1063-880F-794B-B7FADA0D6F8A}"/>
              </a:ext>
            </a:extLst>
          </p:cNvPr>
          <p:cNvSpPr txBox="1"/>
          <p:nvPr/>
        </p:nvSpPr>
        <p:spPr>
          <a:xfrm>
            <a:off x="2579034" y="3187380"/>
            <a:ext cx="2507696" cy="369332"/>
          </a:xfrm>
          <a:prstGeom prst="rect">
            <a:avLst/>
          </a:prstGeom>
          <a:noFill/>
        </p:spPr>
        <p:txBody>
          <a:bodyPr wrap="square">
            <a:spAutoFit/>
          </a:bodyPr>
          <a:lstStyle/>
          <a:p>
            <a:r>
              <a:rPr lang="en-US" altLang="zh-CN" dirty="0">
                <a:solidFill>
                  <a:srgbClr val="7030A0"/>
                </a:solidFill>
                <a:latin typeface="Arial" panose="020B0604020202020204" pitchFamily="34" charset="0"/>
                <a:ea typeface="Gadugi" panose="020B0502040204020203" pitchFamily="34" charset="0"/>
                <a:cs typeface="Arial" panose="020B0604020202020204" pitchFamily="34" charset="0"/>
              </a:rPr>
              <a:t>replace inner product</a:t>
            </a:r>
            <a:endParaRPr lang="zh-CN" altLang="en-US" dirty="0">
              <a:solidFill>
                <a:srgbClr val="7030A0"/>
              </a:solidFill>
            </a:endParaRPr>
          </a:p>
        </p:txBody>
      </p:sp>
    </p:spTree>
    <p:extLst>
      <p:ext uri="{BB962C8B-B14F-4D97-AF65-F5344CB8AC3E}">
        <p14:creationId xmlns:p14="http://schemas.microsoft.com/office/powerpoint/2010/main" val="216240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06D4F-DDD1-79F7-1A48-80F4ABB97FF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2DE8D12-A31A-F6AE-0C96-017E1C77079B}"/>
              </a:ext>
            </a:extLst>
          </p:cNvPr>
          <p:cNvSpPr>
            <a:spLocks noChangeArrowheads="1"/>
          </p:cNvSpPr>
          <p:nvPr/>
        </p:nvSpPr>
        <p:spPr bwMode="auto">
          <a:xfrm>
            <a:off x="285621" y="1735636"/>
            <a:ext cx="11620751" cy="311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4000"/>
              </a:lnSpc>
            </a:pPr>
            <a:r>
              <a:rPr lang="en-US" altLang="zh-CN" sz="2400" b="1" dirty="0">
                <a:latin typeface="Arial" panose="020B0604020202020204" pitchFamily="34" charset="0"/>
                <a:cs typeface="Arial" panose="020B0604020202020204" pitchFamily="34" charset="0"/>
              </a:rPr>
              <a:t>5. Which of these statements about a hidden Markov model with 3 hidden states and a vocabulary of 5 observable tokens is true?</a:t>
            </a:r>
          </a:p>
          <a:p>
            <a:pPr marL="457200" indent="-457200">
              <a:lnSpc>
                <a:spcPts val="4000"/>
              </a:lnSpc>
              <a:buAutoNum type="alphaLcParenBoth"/>
            </a:pPr>
            <a:r>
              <a:rPr lang="en-US" altLang="zh-CN" sz="2400" dirty="0">
                <a:solidFill>
                  <a:srgbClr val="FF0000"/>
                </a:solidFill>
                <a:latin typeface="Arial" panose="020B0604020202020204" pitchFamily="34" charset="0"/>
                <a:cs typeface="Arial" panose="020B0604020202020204" pitchFamily="34" charset="0"/>
              </a:rPr>
              <a:t>The parameters of the HMM can be trained with the EM algorithm.</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The transition matrix, A, is size 3x5.</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The emission matrix, B, is size 5x5.</a:t>
            </a:r>
          </a:p>
          <a:p>
            <a:pPr marL="457200" indent="-457200">
              <a:lnSpc>
                <a:spcPts val="4000"/>
              </a:lnSpc>
              <a:buAutoNum type="alphaLcParenBoth"/>
            </a:pPr>
            <a:r>
              <a:rPr lang="en-US" altLang="zh-CN" sz="2400" dirty="0">
                <a:latin typeface="Arial" panose="020B0604020202020204" pitchFamily="34" charset="0"/>
                <a:cs typeface="Arial" panose="020B0604020202020204" pitchFamily="34" charset="0"/>
              </a:rPr>
              <a:t>b and C are both true.</a:t>
            </a:r>
            <a:endParaRPr lang="en-US" altLang="zh-CN" sz="2400" dirty="0">
              <a:latin typeface="Arial" panose="020B0604020202020204" pitchFamily="34" charset="0"/>
              <a:ea typeface="Gadugi" panose="020B0502040204020203" pitchFamily="34" charset="0"/>
              <a:cs typeface="Arial" panose="020B0604020202020204" pitchFamily="34" charset="0"/>
            </a:endParaRPr>
          </a:p>
        </p:txBody>
      </p:sp>
      <p:graphicFrame>
        <p:nvGraphicFramePr>
          <p:cNvPr id="5" name="表格 4">
            <a:extLst>
              <a:ext uri="{FF2B5EF4-FFF2-40B4-BE49-F238E27FC236}">
                <a16:creationId xmlns:a16="http://schemas.microsoft.com/office/drawing/2014/main" id="{1CAEE000-267F-57ED-6BC8-7E69E49BB516}"/>
              </a:ext>
            </a:extLst>
          </p:cNvPr>
          <p:cNvGraphicFramePr>
            <a:graphicFrameLocks noGrp="1"/>
          </p:cNvGraphicFramePr>
          <p:nvPr>
            <p:extLst>
              <p:ext uri="{D42A27DB-BD31-4B8C-83A1-F6EECF244321}">
                <p14:modId xmlns:p14="http://schemas.microsoft.com/office/powerpoint/2010/main" val="2776460738"/>
              </p:ext>
            </p:extLst>
          </p:nvPr>
        </p:nvGraphicFramePr>
        <p:xfrm>
          <a:off x="9034998" y="587852"/>
          <a:ext cx="2626796" cy="741680"/>
        </p:xfrm>
        <a:graphic>
          <a:graphicData uri="http://schemas.openxmlformats.org/drawingml/2006/table">
            <a:tbl>
              <a:tblPr firstRow="1" bandRow="1">
                <a:tableStyleId>{5C22544A-7EE6-4342-B048-85BDC9FD1C3A}</a:tableStyleId>
              </a:tblPr>
              <a:tblGrid>
                <a:gridCol w="656699">
                  <a:extLst>
                    <a:ext uri="{9D8B030D-6E8A-4147-A177-3AD203B41FA5}">
                      <a16:colId xmlns:a16="http://schemas.microsoft.com/office/drawing/2014/main" val="4022499809"/>
                    </a:ext>
                  </a:extLst>
                </a:gridCol>
                <a:gridCol w="656699">
                  <a:extLst>
                    <a:ext uri="{9D8B030D-6E8A-4147-A177-3AD203B41FA5}">
                      <a16:colId xmlns:a16="http://schemas.microsoft.com/office/drawing/2014/main" val="221088532"/>
                    </a:ext>
                  </a:extLst>
                </a:gridCol>
                <a:gridCol w="656699">
                  <a:extLst>
                    <a:ext uri="{9D8B030D-6E8A-4147-A177-3AD203B41FA5}">
                      <a16:colId xmlns:a16="http://schemas.microsoft.com/office/drawing/2014/main" val="4021448196"/>
                    </a:ext>
                  </a:extLst>
                </a:gridCol>
                <a:gridCol w="656699">
                  <a:extLst>
                    <a:ext uri="{9D8B030D-6E8A-4147-A177-3AD203B41FA5}">
                      <a16:colId xmlns:a16="http://schemas.microsoft.com/office/drawing/2014/main" val="3887016703"/>
                    </a:ext>
                  </a:extLst>
                </a:gridCol>
              </a:tblGrid>
              <a:tr h="370840">
                <a:tc>
                  <a:txBody>
                    <a:bodyPr/>
                    <a:lstStyle/>
                    <a:p>
                      <a:pPr algn="ctr"/>
                      <a:r>
                        <a:rPr lang="en-US" altLang="zh-CN" dirty="0">
                          <a:solidFill>
                            <a:schemeClr val="tx1"/>
                          </a:solidFill>
                        </a:rPr>
                        <a:t>A</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B</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C</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D</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0537906"/>
                  </a:ext>
                </a:extLst>
              </a:tr>
              <a:tr h="370840">
                <a:tc>
                  <a:txBody>
                    <a:bodyPr/>
                    <a:lstStyle/>
                    <a:p>
                      <a:pPr algn="ctr"/>
                      <a:r>
                        <a:rPr lang="en-US" altLang="zh-CN" dirty="0">
                          <a:solidFill>
                            <a:schemeClr val="tx1"/>
                          </a:solidFill>
                        </a:rPr>
                        <a:t>17</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3504980"/>
                  </a:ext>
                </a:extLst>
              </a:tr>
            </a:tbl>
          </a:graphicData>
        </a:graphic>
      </p:graphicFrame>
      <p:sp>
        <p:nvSpPr>
          <p:cNvPr id="4" name="Rectangle 2">
            <a:extLst>
              <a:ext uri="{FF2B5EF4-FFF2-40B4-BE49-F238E27FC236}">
                <a16:creationId xmlns:a16="http://schemas.microsoft.com/office/drawing/2014/main" id="{B597CA54-C918-990B-58C5-3152CC8D9C1C}"/>
              </a:ext>
            </a:extLst>
          </p:cNvPr>
          <p:cNvSpPr>
            <a:spLocks noChangeArrowheads="1"/>
          </p:cNvSpPr>
          <p:nvPr/>
        </p:nvSpPr>
        <p:spPr bwMode="auto">
          <a:xfrm>
            <a:off x="1975142" y="497027"/>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7" name="文本框 6">
            <a:extLst>
              <a:ext uri="{FF2B5EF4-FFF2-40B4-BE49-F238E27FC236}">
                <a16:creationId xmlns:a16="http://schemas.microsoft.com/office/drawing/2014/main" id="{83002E74-E71A-A97B-ABE1-53BB72A4EB35}"/>
              </a:ext>
            </a:extLst>
          </p:cNvPr>
          <p:cNvSpPr txBox="1"/>
          <p:nvPr/>
        </p:nvSpPr>
        <p:spPr>
          <a:xfrm>
            <a:off x="2151261" y="5292447"/>
            <a:ext cx="7210742" cy="879151"/>
          </a:xfrm>
          <a:prstGeom prst="rect">
            <a:avLst/>
          </a:prstGeom>
          <a:noFill/>
        </p:spPr>
        <p:txBody>
          <a:bodyPr wrap="square">
            <a:spAutoFit/>
          </a:bodyPr>
          <a:lstStyle/>
          <a:p>
            <a:pPr>
              <a:lnSpc>
                <a:spcPct val="150000"/>
              </a:lnSpc>
            </a:pPr>
            <a:r>
              <a:rPr lang="en-US" altLang="zh-CN" dirty="0">
                <a:latin typeface="Arial" panose="020B0604020202020204" pitchFamily="34" charset="0"/>
                <a:cs typeface="Arial" panose="020B0604020202020204" pitchFamily="34" charset="0"/>
              </a:rPr>
              <a:t>T</a:t>
            </a:r>
            <a:r>
              <a:rPr lang="en-US" altLang="zh-CN" sz="1800" dirty="0">
                <a:latin typeface="Arial" panose="020B0604020202020204" pitchFamily="34" charset="0"/>
                <a:cs typeface="Arial" panose="020B0604020202020204" pitchFamily="34" charset="0"/>
              </a:rPr>
              <a:t>ransition matrix: probabilities </a:t>
            </a:r>
            <a:r>
              <a:rPr lang="en-US" altLang="zh-CN" dirty="0">
                <a:latin typeface="Arial" panose="020B0604020202020204" pitchFamily="34" charset="0"/>
                <a:cs typeface="Arial" panose="020B0604020202020204" pitchFamily="34" charset="0"/>
              </a:rPr>
              <a:t>transiting to the next state.</a:t>
            </a:r>
          </a:p>
          <a:p>
            <a:pPr>
              <a:lnSpc>
                <a:spcPct val="150000"/>
              </a:lnSpc>
            </a:pPr>
            <a:r>
              <a:rPr lang="en-US" altLang="zh-CN" dirty="0">
                <a:latin typeface="Arial" panose="020B0604020202020204" pitchFamily="34" charset="0"/>
                <a:cs typeface="Arial" panose="020B0604020202020204" pitchFamily="34" charset="0"/>
              </a:rPr>
              <a:t>Emission matrix: probabilities of all states during different time steps.</a:t>
            </a:r>
            <a:endParaRPr lang="zh-CN" altLang="en-US" dirty="0"/>
          </a:p>
        </p:txBody>
      </p:sp>
      <p:sp>
        <p:nvSpPr>
          <p:cNvPr id="8" name="文本框 7">
            <a:extLst>
              <a:ext uri="{FF2B5EF4-FFF2-40B4-BE49-F238E27FC236}">
                <a16:creationId xmlns:a16="http://schemas.microsoft.com/office/drawing/2014/main" id="{E5149F7E-0FF9-0196-DD84-571835945C6C}"/>
              </a:ext>
            </a:extLst>
          </p:cNvPr>
          <p:cNvSpPr txBox="1"/>
          <p:nvPr/>
        </p:nvSpPr>
        <p:spPr>
          <a:xfrm>
            <a:off x="5756632" y="3374499"/>
            <a:ext cx="1202052" cy="369332"/>
          </a:xfrm>
          <a:prstGeom prst="rect">
            <a:avLst/>
          </a:prstGeom>
          <a:noFill/>
        </p:spPr>
        <p:txBody>
          <a:bodyPr wrap="square">
            <a:spAutoFit/>
          </a:bodyPr>
          <a:lstStyle/>
          <a:p>
            <a:r>
              <a:rPr lang="en-US" altLang="zh-CN" dirty="0">
                <a:solidFill>
                  <a:srgbClr val="7030A0"/>
                </a:solidFill>
                <a:latin typeface="Arial" panose="020B0604020202020204" pitchFamily="34" charset="0"/>
                <a:ea typeface="Gadugi" panose="020B0502040204020203" pitchFamily="34" charset="0"/>
                <a:cs typeface="Arial" panose="020B0604020202020204" pitchFamily="34" charset="0"/>
              </a:rPr>
              <a:t>5x5</a:t>
            </a:r>
            <a:endParaRPr lang="zh-CN" altLang="en-US" dirty="0">
              <a:solidFill>
                <a:srgbClr val="7030A0"/>
              </a:solidFill>
            </a:endParaRPr>
          </a:p>
        </p:txBody>
      </p:sp>
      <p:sp>
        <p:nvSpPr>
          <p:cNvPr id="3" name="文本框 2">
            <a:extLst>
              <a:ext uri="{FF2B5EF4-FFF2-40B4-BE49-F238E27FC236}">
                <a16:creationId xmlns:a16="http://schemas.microsoft.com/office/drawing/2014/main" id="{16CB0591-39E1-7521-7F42-18A367634D3C}"/>
              </a:ext>
            </a:extLst>
          </p:cNvPr>
          <p:cNvSpPr txBox="1"/>
          <p:nvPr/>
        </p:nvSpPr>
        <p:spPr>
          <a:xfrm>
            <a:off x="5756632" y="3926340"/>
            <a:ext cx="1202052" cy="369332"/>
          </a:xfrm>
          <a:prstGeom prst="rect">
            <a:avLst/>
          </a:prstGeom>
          <a:noFill/>
        </p:spPr>
        <p:txBody>
          <a:bodyPr wrap="square">
            <a:spAutoFit/>
          </a:bodyPr>
          <a:lstStyle/>
          <a:p>
            <a:r>
              <a:rPr lang="en-US" altLang="zh-CN" dirty="0">
                <a:solidFill>
                  <a:srgbClr val="7030A0"/>
                </a:solidFill>
                <a:latin typeface="Arial" panose="020B0604020202020204" pitchFamily="34" charset="0"/>
                <a:ea typeface="Gadugi" panose="020B0502040204020203" pitchFamily="34" charset="0"/>
                <a:cs typeface="Arial" panose="020B0604020202020204" pitchFamily="34" charset="0"/>
              </a:rPr>
              <a:t>3x5</a:t>
            </a:r>
            <a:endParaRPr lang="zh-CN" altLang="en-US" dirty="0">
              <a:solidFill>
                <a:srgbClr val="7030A0"/>
              </a:solidFill>
            </a:endParaRPr>
          </a:p>
        </p:txBody>
      </p:sp>
    </p:spTree>
    <p:extLst>
      <p:ext uri="{BB962C8B-B14F-4D97-AF65-F5344CB8AC3E}">
        <p14:creationId xmlns:p14="http://schemas.microsoft.com/office/powerpoint/2010/main" val="3637758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E2234FD5-8644-AFED-69D4-D495670AA534}"/>
              </a:ext>
            </a:extLst>
          </p:cNvPr>
          <p:cNvSpPr>
            <a:spLocks noChangeArrowheads="1"/>
          </p:cNvSpPr>
          <p:nvPr/>
        </p:nvSpPr>
        <p:spPr bwMode="auto">
          <a:xfrm>
            <a:off x="1975144" y="497027"/>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12" name="Rectangle 2">
            <a:extLst>
              <a:ext uri="{FF2B5EF4-FFF2-40B4-BE49-F238E27FC236}">
                <a16:creationId xmlns:a16="http://schemas.microsoft.com/office/drawing/2014/main" id="{FFD3791E-1EC4-DA02-1A81-A9A9F825DA12}"/>
              </a:ext>
            </a:extLst>
          </p:cNvPr>
          <p:cNvSpPr>
            <a:spLocks noChangeArrowheads="1"/>
          </p:cNvSpPr>
          <p:nvPr/>
        </p:nvSpPr>
        <p:spPr bwMode="auto">
          <a:xfrm>
            <a:off x="217993" y="1427383"/>
            <a:ext cx="11620751" cy="326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b="1" dirty="0">
                <a:latin typeface="Arial" panose="020B0604020202020204" pitchFamily="34" charset="0"/>
                <a:cs typeface="Arial" panose="020B0604020202020204" pitchFamily="34" charset="0"/>
              </a:rPr>
              <a:t>6. </a:t>
            </a:r>
            <a:r>
              <a:rPr lang="en-US" altLang="zh-CN" sz="2000" dirty="0">
                <a:latin typeface="Arial" panose="020B0604020202020204" pitchFamily="34" charset="0"/>
                <a:cs typeface="Arial" panose="020B0604020202020204" pitchFamily="34" charset="0"/>
              </a:rPr>
              <a:t>You are playing a popular online game and would like to maximize the time you spend having fun, which is a great use case for HMMs. There are three servers for the online game, named </a:t>
            </a:r>
            <a:r>
              <a:rPr lang="el-GR" altLang="zh-CN" sz="2000" dirty="0">
                <a:latin typeface="Arial" panose="020B0604020202020204" pitchFamily="34" charset="0"/>
                <a:cs typeface="Arial" panose="020B0604020202020204" pitchFamily="34" charset="0"/>
              </a:rPr>
              <a:t>α</a:t>
            </a:r>
            <a:r>
              <a:rPr lang="en-US" altLang="zh-CN" sz="2000" dirty="0">
                <a:latin typeface="Arial" panose="020B0604020202020204" pitchFamily="34" charset="0"/>
                <a:cs typeface="Arial" panose="020B0604020202020204" pitchFamily="34" charset="0"/>
              </a:rPr>
              <a:t>, β, and </a:t>
            </a:r>
            <a:r>
              <a:rPr lang="el-GR" altLang="zh-CN" sz="2000" dirty="0">
                <a:latin typeface="Arial" panose="020B0604020202020204" pitchFamily="34" charset="0"/>
                <a:cs typeface="Arial" panose="020B0604020202020204" pitchFamily="34" charset="0"/>
              </a:rPr>
              <a:t>γ</a:t>
            </a:r>
            <a:r>
              <a:rPr lang="en-US" altLang="zh-CN" sz="2000" dirty="0">
                <a:latin typeface="Arial" panose="020B0604020202020204" pitchFamily="34" charset="0"/>
                <a:cs typeface="Arial" panose="020B0604020202020204" pitchFamily="34" charset="0"/>
              </a:rPr>
              <a:t>, each with their own packet loss characteristics. You do not know which server you connect to, but you suspect that one of them is of better quality than the other two. You begin logging data, binning observations of packet loss over 1 minute intervals. You decide to assign packet loss statistics into three groups: </a:t>
            </a:r>
            <a:r>
              <a:rPr lang="en-US" altLang="zh-CN" sz="2000" b="1" dirty="0">
                <a:latin typeface="Arial" panose="020B0604020202020204" pitchFamily="34" charset="0"/>
                <a:cs typeface="Arial" panose="020B0604020202020204" pitchFamily="34" charset="0"/>
              </a:rPr>
              <a:t>low, medium, </a:t>
            </a:r>
            <a:r>
              <a:rPr lang="en-US" altLang="zh-CN" sz="2000" dirty="0">
                <a:latin typeface="Arial" panose="020B0604020202020204" pitchFamily="34" charset="0"/>
                <a:cs typeface="Arial" panose="020B0604020202020204" pitchFamily="34" charset="0"/>
              </a:rPr>
              <a:t>and</a:t>
            </a:r>
            <a:r>
              <a:rPr lang="en-US" altLang="zh-CN" sz="2000" b="1" dirty="0">
                <a:latin typeface="Arial" panose="020B0604020202020204" pitchFamily="34" charset="0"/>
                <a:cs typeface="Arial" panose="020B0604020202020204" pitchFamily="34" charset="0"/>
              </a:rPr>
              <a:t> high</a:t>
            </a:r>
            <a:r>
              <a:rPr lang="en-US" altLang="zh-CN" sz="2000" dirty="0">
                <a:latin typeface="Arial" panose="020B0604020202020204" pitchFamily="34" charset="0"/>
                <a:cs typeface="Arial" panose="020B0604020202020204" pitchFamily="34" charset="0"/>
              </a:rPr>
              <a:t>. After some sleuthing, you learn that users are transitioned from server to server as shown in the figure on the other side of the page.</a:t>
            </a:r>
            <a:endParaRPr lang="en-US" altLang="zh-CN" sz="2000" dirty="0">
              <a:latin typeface="Arial" panose="020B0604020202020204" pitchFamily="34" charset="0"/>
              <a:ea typeface="Gadugi" panose="020B0502040204020203" pitchFamily="34" charset="0"/>
              <a:cs typeface="Arial" panose="020B0604020202020204" pitchFamily="34" charset="0"/>
            </a:endParaRPr>
          </a:p>
        </p:txBody>
      </p:sp>
      <p:pic>
        <p:nvPicPr>
          <p:cNvPr id="3" name="图片 2">
            <a:extLst>
              <a:ext uri="{FF2B5EF4-FFF2-40B4-BE49-F238E27FC236}">
                <a16:creationId xmlns:a16="http://schemas.microsoft.com/office/drawing/2014/main" id="{DFE0F5DF-B9F1-57A7-26CE-6EFDB823D76A}"/>
              </a:ext>
            </a:extLst>
          </p:cNvPr>
          <p:cNvPicPr>
            <a:picLocks noChangeAspect="1"/>
          </p:cNvPicPr>
          <p:nvPr/>
        </p:nvPicPr>
        <p:blipFill>
          <a:blip r:embed="rId2"/>
          <a:stretch>
            <a:fillRect/>
          </a:stretch>
        </p:blipFill>
        <p:spPr>
          <a:xfrm>
            <a:off x="8778635" y="4379198"/>
            <a:ext cx="2343270" cy="2349621"/>
          </a:xfrm>
          <a:prstGeom prst="rect">
            <a:avLst/>
          </a:prstGeom>
        </p:spPr>
      </p:pic>
    </p:spTree>
    <p:extLst>
      <p:ext uri="{BB962C8B-B14F-4D97-AF65-F5344CB8AC3E}">
        <p14:creationId xmlns:p14="http://schemas.microsoft.com/office/powerpoint/2010/main" val="2885554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BCBE8-537E-4374-8568-8270410D0A4A}"/>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AFFA0CF2-26E8-5CCA-ABCF-40D2071BADD0}"/>
              </a:ext>
            </a:extLst>
          </p:cNvPr>
          <p:cNvSpPr>
            <a:spLocks noChangeArrowheads="1"/>
          </p:cNvSpPr>
          <p:nvPr/>
        </p:nvSpPr>
        <p:spPr bwMode="auto">
          <a:xfrm>
            <a:off x="1975144" y="11699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4" name="Rectangle 2">
            <a:extLst>
              <a:ext uri="{FF2B5EF4-FFF2-40B4-BE49-F238E27FC236}">
                <a16:creationId xmlns:a16="http://schemas.microsoft.com/office/drawing/2014/main" id="{5E95DDA0-DE51-F26B-53D5-94300D90EC8B}"/>
              </a:ext>
            </a:extLst>
          </p:cNvPr>
          <p:cNvSpPr>
            <a:spLocks noChangeArrowheads="1"/>
          </p:cNvSpPr>
          <p:nvPr/>
        </p:nvSpPr>
        <p:spPr bwMode="auto">
          <a:xfrm>
            <a:off x="285623" y="1040323"/>
            <a:ext cx="11620751" cy="49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b="1" dirty="0">
                <a:latin typeface="Arial" panose="020B0604020202020204" pitchFamily="34" charset="0"/>
                <a:cs typeface="Arial" panose="020B0604020202020204" pitchFamily="34" charset="0"/>
              </a:rPr>
              <a:t>Part 1: Populate a state transition matrix, A, using the values in the figure below.</a:t>
            </a:r>
            <a:endParaRPr lang="en-US" altLang="zh-CN" sz="2000" dirty="0">
              <a:latin typeface="Arial" panose="020B0604020202020204" pitchFamily="34" charset="0"/>
              <a:ea typeface="Gadugi" panose="020B0502040204020203" pitchFamily="34" charset="0"/>
              <a:cs typeface="Arial" panose="020B0604020202020204" pitchFamily="34" charset="0"/>
            </a:endParaRPr>
          </a:p>
        </p:txBody>
      </p:sp>
      <p:pic>
        <p:nvPicPr>
          <p:cNvPr id="10" name="图片 9">
            <a:extLst>
              <a:ext uri="{FF2B5EF4-FFF2-40B4-BE49-F238E27FC236}">
                <a16:creationId xmlns:a16="http://schemas.microsoft.com/office/drawing/2014/main" id="{7DB8532D-635B-B0EE-26E2-803AC6F6B2DA}"/>
              </a:ext>
            </a:extLst>
          </p:cNvPr>
          <p:cNvPicPr>
            <a:picLocks noChangeAspect="1"/>
          </p:cNvPicPr>
          <p:nvPr/>
        </p:nvPicPr>
        <p:blipFill>
          <a:blip r:embed="rId2"/>
          <a:stretch>
            <a:fillRect/>
          </a:stretch>
        </p:blipFill>
        <p:spPr>
          <a:xfrm>
            <a:off x="8778635" y="4379198"/>
            <a:ext cx="2343270" cy="2349621"/>
          </a:xfrm>
          <a:prstGeom prst="rect">
            <a:avLst/>
          </a:prstGeom>
        </p:spPr>
      </p:pic>
      <mc:AlternateContent xmlns:mc="http://schemas.openxmlformats.org/markup-compatibility/2006">
        <mc:Choice xmlns:a14="http://schemas.microsoft.com/office/drawing/2010/main" Requires="a14">
          <p:sp>
            <p:nvSpPr>
              <p:cNvPr id="11" name="Rectangle 2">
                <a:extLst>
                  <a:ext uri="{FF2B5EF4-FFF2-40B4-BE49-F238E27FC236}">
                    <a16:creationId xmlns:a16="http://schemas.microsoft.com/office/drawing/2014/main" id="{21D89236-E6DA-A1BD-F61A-BE16E9F138D7}"/>
                  </a:ext>
                </a:extLst>
              </p:cNvPr>
              <p:cNvSpPr>
                <a:spLocks noChangeArrowheads="1"/>
              </p:cNvSpPr>
              <p:nvPr/>
            </p:nvSpPr>
            <p:spPr bwMode="auto">
              <a:xfrm>
                <a:off x="2096066" y="2027862"/>
                <a:ext cx="6099139" cy="18014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Gadugi" panose="020B0502040204020203" pitchFamily="34" charset="0"/>
                          <a:cs typeface="Arial" panose="020B0604020202020204" pitchFamily="34" charset="0"/>
                        </a:rPr>
                        <m:t>𝐴</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       </m:t>
                      </m:r>
                      <m:d>
                        <m:dPr>
                          <m:begChr m:val="["/>
                          <m:endChr m:val="]"/>
                          <m:ctrlPr>
                            <a:rPr lang="en-US" altLang="zh-CN" sz="2800" i="1">
                              <a:latin typeface="Cambria Math" panose="02040503050406030204" pitchFamily="18" charset="0"/>
                              <a:ea typeface="Gadugi" panose="020B0502040204020203" pitchFamily="34" charset="0"/>
                              <a:cs typeface="Arial" panose="020B0604020202020204" pitchFamily="34" charset="0"/>
                            </a:rPr>
                          </m:ctrlPr>
                        </m:dPr>
                        <m:e>
                          <m:m>
                            <m:mPr>
                              <m:mcs>
                                <m:mc>
                                  <m:mcPr>
                                    <m:count m:val="3"/>
                                    <m:mcJc m:val="center"/>
                                  </m:mcPr>
                                </m:mc>
                              </m:mcs>
                              <m:ctrlPr>
                                <a:rPr lang="en-US" altLang="zh-CN" sz="2800" i="1">
                                  <a:latin typeface="Cambria Math" panose="02040503050406030204" pitchFamily="18" charset="0"/>
                                  <a:ea typeface="Gadugi" panose="020B0502040204020203" pitchFamily="34" charset="0"/>
                                  <a:cs typeface="Arial" panose="020B0604020202020204" pitchFamily="34" charset="0"/>
                                </a:rPr>
                              </m:ctrlPr>
                            </m:mPr>
                            <m:mr>
                              <m:e>
                                <m:r>
                                  <m:rPr>
                                    <m:brk m:alnAt="7"/>
                                  </m:rPr>
                                  <a:rPr lang="en-US" altLang="zh-CN" sz="2800" i="1">
                                    <a:latin typeface="Cambria Math" panose="02040503050406030204" pitchFamily="18" charset="0"/>
                                    <a:ea typeface="Gadugi" panose="020B0502040204020203" pitchFamily="34" charset="0"/>
                                    <a:cs typeface="Arial" panose="020B0604020202020204" pitchFamily="34" charset="0"/>
                                  </a:rPr>
                                  <m:t> </m:t>
                                </m:r>
                                <m:r>
                                  <a:rPr lang="en-US" altLang="zh-CN" sz="2800" i="1">
                                    <a:latin typeface="Cambria Math" panose="02040503050406030204" pitchFamily="18" charset="0"/>
                                    <a:ea typeface="Gadugi" panose="020B0502040204020203" pitchFamily="34" charset="0"/>
                                    <a:cs typeface="Arial" panose="020B0604020202020204" pitchFamily="34" charset="0"/>
                                  </a:rPr>
                                  <m:t> 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.6</m:t>
                                </m:r>
                                <m:r>
                                  <a:rPr lang="en-US" altLang="zh-CN" sz="2800" i="1">
                                    <a:latin typeface="Cambria Math" panose="02040503050406030204" pitchFamily="18" charset="0"/>
                                    <a:ea typeface="Gadugi" panose="020B0502040204020203" pitchFamily="34" charset="0"/>
                                    <a:cs typeface="Arial" panose="020B0604020202020204" pitchFamily="34" charset="0"/>
                                  </a:rPr>
                                  <m:t>  </m:t>
                                </m:r>
                              </m:e>
                              <m:e>
                                <m:r>
                                  <a:rPr lang="en-US" altLang="zh-CN" sz="2800" i="1">
                                    <a:latin typeface="Cambria Math" panose="02040503050406030204" pitchFamily="18" charset="0"/>
                                    <a:ea typeface="Gadugi" panose="020B0502040204020203" pitchFamily="34" charset="0"/>
                                    <a:cs typeface="Arial" panose="020B0604020202020204" pitchFamily="34" charset="0"/>
                                  </a:rPr>
                                  <m:t>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.2</m:t>
                                </m:r>
                              </m:e>
                              <m:e>
                                <m:r>
                                  <a:rPr lang="en-US" altLang="zh-CN" sz="2800" i="1">
                                    <a:latin typeface="Cambria Math" panose="02040503050406030204" pitchFamily="18" charset="0"/>
                                    <a:ea typeface="Gadugi" panose="020B0502040204020203" pitchFamily="34" charset="0"/>
                                    <a:cs typeface="Arial" panose="020B0604020202020204" pitchFamily="34" charset="0"/>
                                  </a:rPr>
                                  <m:t>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.2</m:t>
                                </m:r>
                              </m:e>
                            </m:mr>
                            <m:mr>
                              <m:e>
                                <m:r>
                                  <a:rPr lang="en-US" altLang="zh-CN" sz="2800" i="1">
                                    <a:latin typeface="Cambria Math" panose="02040503050406030204" pitchFamily="18" charset="0"/>
                                    <a:ea typeface="Gadugi" panose="020B0502040204020203" pitchFamily="34" charset="0"/>
                                    <a:cs typeface="Arial" panose="020B0604020202020204" pitchFamily="34" charset="0"/>
                                  </a:rPr>
                                  <m:t>  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i="1">
                                    <a:latin typeface="Cambria Math" panose="02040503050406030204" pitchFamily="18" charset="0"/>
                                    <a:ea typeface="Gadugi" panose="020B0502040204020203" pitchFamily="34" charset="0"/>
                                    <a:cs typeface="Arial" panose="020B0604020202020204" pitchFamily="34" charset="0"/>
                                  </a:rPr>
                                  <m:t>  </m:t>
                                </m:r>
                              </m:e>
                              <m:e>
                                <m:r>
                                  <a:rPr lang="en-US" altLang="zh-CN" sz="2800" i="1">
                                    <a:latin typeface="Cambria Math" panose="02040503050406030204" pitchFamily="18" charset="0"/>
                                    <a:ea typeface="Gadugi" panose="020B0502040204020203" pitchFamily="34" charset="0"/>
                                    <a:cs typeface="Arial" panose="020B0604020202020204" pitchFamily="34" charset="0"/>
                                  </a:rPr>
                                  <m:t>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.7</m:t>
                                </m:r>
                              </m:e>
                              <m:e>
                                <m:r>
                                  <a:rPr lang="en-US" altLang="zh-CN" sz="2800" i="1">
                                    <a:latin typeface="Cambria Math" panose="02040503050406030204" pitchFamily="18" charset="0"/>
                                    <a:ea typeface="Gadugi" panose="020B0502040204020203" pitchFamily="34" charset="0"/>
                                    <a:cs typeface="Arial" panose="020B0604020202020204" pitchFamily="34" charset="0"/>
                                  </a:rPr>
                                  <m:t>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1</m:t>
                                </m:r>
                              </m:e>
                            </m:mr>
                            <m:mr>
                              <m:e>
                                <m:r>
                                  <a:rPr lang="en-US" altLang="zh-CN" sz="2800" i="1">
                                    <a:latin typeface="Cambria Math" panose="02040503050406030204" pitchFamily="18" charset="0"/>
                                    <a:ea typeface="Gadugi" panose="020B0502040204020203" pitchFamily="34" charset="0"/>
                                    <a:cs typeface="Arial" panose="020B0604020202020204" pitchFamily="34" charset="0"/>
                                  </a:rPr>
                                  <m:t>  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i="1">
                                    <a:latin typeface="Cambria Math" panose="02040503050406030204" pitchFamily="18" charset="0"/>
                                    <a:ea typeface="Gadugi" panose="020B0502040204020203" pitchFamily="34" charset="0"/>
                                    <a:cs typeface="Arial" panose="020B0604020202020204" pitchFamily="34" charset="0"/>
                                  </a:rPr>
                                  <m:t>  </m:t>
                                </m:r>
                              </m:e>
                              <m:e>
                                <m:r>
                                  <a:rPr lang="en-US" altLang="zh-CN" sz="2800" i="1">
                                    <a:latin typeface="Cambria Math" panose="02040503050406030204" pitchFamily="18" charset="0"/>
                                    <a:ea typeface="Gadugi" panose="020B0502040204020203" pitchFamily="34" charset="0"/>
                                    <a:cs typeface="Arial" panose="020B0604020202020204" pitchFamily="34" charset="0"/>
                                  </a:rPr>
                                  <m:t>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.1</m:t>
                                </m:r>
                              </m:e>
                              <m:e>
                                <m:r>
                                  <m:rPr>
                                    <m:brk m:alnAt="7"/>
                                  </m:rPr>
                                  <a:rPr lang="en-US" altLang="zh-CN" sz="2800" i="1">
                                    <a:latin typeface="Cambria Math" panose="02040503050406030204" pitchFamily="18" charset="0"/>
                                    <a:ea typeface="Gadugi" panose="020B0502040204020203" pitchFamily="34" charset="0"/>
                                    <a:cs typeface="Arial" panose="020B0604020202020204" pitchFamily="34" charset="0"/>
                                  </a:rPr>
                                  <m:t>0</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.8</m:t>
                                </m:r>
                              </m:e>
                            </m:mr>
                          </m:m>
                        </m:e>
                      </m:d>
                    </m:oMath>
                  </m:oMathPara>
                </a14:m>
                <a:endParaRPr lang="en-US" altLang="zh-CN" sz="2800" dirty="0">
                  <a:latin typeface="Arial" panose="020B0604020202020204" pitchFamily="34" charset="0"/>
                  <a:ea typeface="Gadugi" panose="020B0502040204020203" pitchFamily="34" charset="0"/>
                  <a:cs typeface="Arial" panose="020B0604020202020204" pitchFamily="34" charset="0"/>
                </a:endParaRPr>
              </a:p>
            </p:txBody>
          </p:sp>
        </mc:Choice>
        <mc:Fallback>
          <p:sp>
            <p:nvSpPr>
              <p:cNvPr id="11" name="Rectangle 2">
                <a:extLst>
                  <a:ext uri="{FF2B5EF4-FFF2-40B4-BE49-F238E27FC236}">
                    <a16:creationId xmlns:a16="http://schemas.microsoft.com/office/drawing/2014/main" id="{21D89236-E6DA-A1BD-F61A-BE16E9F138D7}"/>
                  </a:ext>
                </a:extLst>
              </p:cNvPr>
              <p:cNvSpPr>
                <a:spLocks noRot="1" noChangeAspect="1" noMove="1" noResize="1" noEditPoints="1" noAdjustHandles="1" noChangeArrowheads="1" noChangeShapeType="1" noTextEdit="1"/>
              </p:cNvSpPr>
              <p:nvPr/>
            </p:nvSpPr>
            <p:spPr bwMode="auto">
              <a:xfrm>
                <a:off x="2096066" y="2027862"/>
                <a:ext cx="6099139" cy="1801455"/>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2" name="Rectangle 2">
            <a:extLst>
              <a:ext uri="{FF2B5EF4-FFF2-40B4-BE49-F238E27FC236}">
                <a16:creationId xmlns:a16="http://schemas.microsoft.com/office/drawing/2014/main" id="{447D2458-1D4A-7A72-7309-E883A624A396}"/>
              </a:ext>
            </a:extLst>
          </p:cNvPr>
          <p:cNvSpPr>
            <a:spLocks noChangeArrowheads="1"/>
          </p:cNvSpPr>
          <p:nvPr/>
        </p:nvSpPr>
        <p:spPr bwMode="auto">
          <a:xfrm>
            <a:off x="3825651" y="2514675"/>
            <a:ext cx="54400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C00000"/>
                </a:solidFill>
                <a:latin typeface="Arial" panose="020B0604020202020204" pitchFamily="34" charset="0"/>
                <a:cs typeface="Arial" panose="020B0604020202020204" pitchFamily="34" charset="0"/>
              </a:rPr>
              <a:t>α</a:t>
            </a:r>
            <a:endParaRPr lang="en-US" altLang="zh-CN" dirty="0">
              <a:solidFill>
                <a:srgbClr val="C00000"/>
              </a:solidFill>
              <a:latin typeface="Arial" panose="020B0604020202020204" pitchFamily="34" charset="0"/>
              <a:ea typeface="Gadugi" panose="020B0502040204020203" pitchFamily="34" charset="0"/>
              <a:cs typeface="Arial" panose="020B0604020202020204" pitchFamily="34" charset="0"/>
            </a:endParaRPr>
          </a:p>
        </p:txBody>
      </p:sp>
      <p:sp>
        <p:nvSpPr>
          <p:cNvPr id="15" name="Rectangle 2">
            <a:extLst>
              <a:ext uri="{FF2B5EF4-FFF2-40B4-BE49-F238E27FC236}">
                <a16:creationId xmlns:a16="http://schemas.microsoft.com/office/drawing/2014/main" id="{17A40C3A-8240-9B3A-C408-95FB256F35DB}"/>
              </a:ext>
            </a:extLst>
          </p:cNvPr>
          <p:cNvSpPr>
            <a:spLocks noChangeArrowheads="1"/>
          </p:cNvSpPr>
          <p:nvPr/>
        </p:nvSpPr>
        <p:spPr bwMode="auto">
          <a:xfrm>
            <a:off x="3825651" y="2903434"/>
            <a:ext cx="54400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C00000"/>
                </a:solidFill>
                <a:latin typeface="Arial" panose="020B0604020202020204" pitchFamily="34" charset="0"/>
                <a:cs typeface="Arial" panose="020B0604020202020204" pitchFamily="34" charset="0"/>
              </a:rPr>
              <a:t>β</a:t>
            </a:r>
            <a:endParaRPr lang="en-US" altLang="zh-CN" dirty="0">
              <a:solidFill>
                <a:srgbClr val="C00000"/>
              </a:solidFill>
              <a:latin typeface="Arial" panose="020B0604020202020204" pitchFamily="34" charset="0"/>
              <a:ea typeface="Gadugi" panose="020B0502040204020203" pitchFamily="34" charset="0"/>
              <a:cs typeface="Arial" panose="020B0604020202020204" pitchFamily="34" charset="0"/>
            </a:endParaRPr>
          </a:p>
        </p:txBody>
      </p:sp>
      <p:sp>
        <p:nvSpPr>
          <p:cNvPr id="26" name="Rectangle 2">
            <a:extLst>
              <a:ext uri="{FF2B5EF4-FFF2-40B4-BE49-F238E27FC236}">
                <a16:creationId xmlns:a16="http://schemas.microsoft.com/office/drawing/2014/main" id="{1803EB3E-2A7D-3961-4856-3F326496CCD7}"/>
              </a:ext>
            </a:extLst>
          </p:cNvPr>
          <p:cNvSpPr>
            <a:spLocks noChangeArrowheads="1"/>
          </p:cNvSpPr>
          <p:nvPr/>
        </p:nvSpPr>
        <p:spPr bwMode="auto">
          <a:xfrm>
            <a:off x="3752470" y="3292193"/>
            <a:ext cx="69036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C00000"/>
                </a:solidFill>
                <a:latin typeface="Arial" panose="020B0604020202020204" pitchFamily="34" charset="0"/>
                <a:cs typeface="Arial" panose="020B0604020202020204" pitchFamily="34" charset="0"/>
              </a:rPr>
              <a:t>γ</a:t>
            </a:r>
            <a:endParaRPr lang="en-US" altLang="zh-CN" dirty="0">
              <a:solidFill>
                <a:srgbClr val="C00000"/>
              </a:solidFill>
              <a:latin typeface="Arial" panose="020B0604020202020204" pitchFamily="34" charset="0"/>
              <a:ea typeface="Gadugi" panose="020B0502040204020203" pitchFamily="34" charset="0"/>
              <a:cs typeface="Arial" panose="020B0604020202020204" pitchFamily="34" charset="0"/>
            </a:endParaRPr>
          </a:p>
        </p:txBody>
      </p:sp>
      <p:sp>
        <p:nvSpPr>
          <p:cNvPr id="48" name="Rectangle 2">
            <a:extLst>
              <a:ext uri="{FF2B5EF4-FFF2-40B4-BE49-F238E27FC236}">
                <a16:creationId xmlns:a16="http://schemas.microsoft.com/office/drawing/2014/main" id="{61167540-3F12-3078-3CAB-D1B38A6B8AC6}"/>
              </a:ext>
            </a:extLst>
          </p:cNvPr>
          <p:cNvSpPr>
            <a:spLocks noChangeArrowheads="1"/>
          </p:cNvSpPr>
          <p:nvPr/>
        </p:nvSpPr>
        <p:spPr bwMode="auto">
          <a:xfrm>
            <a:off x="4671745" y="1963652"/>
            <a:ext cx="54400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413A88"/>
                </a:solidFill>
                <a:latin typeface="Arial" panose="020B0604020202020204" pitchFamily="34" charset="0"/>
                <a:cs typeface="Arial" panose="020B0604020202020204" pitchFamily="34" charset="0"/>
              </a:rPr>
              <a:t>α</a:t>
            </a:r>
          </a:p>
        </p:txBody>
      </p:sp>
      <p:sp>
        <p:nvSpPr>
          <p:cNvPr id="50" name="Rectangle 2">
            <a:extLst>
              <a:ext uri="{FF2B5EF4-FFF2-40B4-BE49-F238E27FC236}">
                <a16:creationId xmlns:a16="http://schemas.microsoft.com/office/drawing/2014/main" id="{B3BAD103-2538-B4BF-B21B-F0228E15C906}"/>
              </a:ext>
            </a:extLst>
          </p:cNvPr>
          <p:cNvSpPr>
            <a:spLocks noChangeArrowheads="1"/>
          </p:cNvSpPr>
          <p:nvPr/>
        </p:nvSpPr>
        <p:spPr bwMode="auto">
          <a:xfrm>
            <a:off x="5594552" y="1967367"/>
            <a:ext cx="54400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413A88"/>
                </a:solidFill>
                <a:latin typeface="Arial" panose="020B0604020202020204" pitchFamily="34" charset="0"/>
                <a:cs typeface="Arial" panose="020B0604020202020204" pitchFamily="34" charset="0"/>
              </a:rPr>
              <a:t>β</a:t>
            </a:r>
          </a:p>
        </p:txBody>
      </p:sp>
      <p:sp>
        <p:nvSpPr>
          <p:cNvPr id="51" name="Rectangle 2">
            <a:extLst>
              <a:ext uri="{FF2B5EF4-FFF2-40B4-BE49-F238E27FC236}">
                <a16:creationId xmlns:a16="http://schemas.microsoft.com/office/drawing/2014/main" id="{AECC58FD-871E-9BBE-F411-58CD3CB1FE70}"/>
              </a:ext>
            </a:extLst>
          </p:cNvPr>
          <p:cNvSpPr>
            <a:spLocks noChangeArrowheads="1"/>
          </p:cNvSpPr>
          <p:nvPr/>
        </p:nvSpPr>
        <p:spPr bwMode="auto">
          <a:xfrm>
            <a:off x="6382444" y="1963651"/>
            <a:ext cx="69036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413A88"/>
                </a:solidFill>
                <a:latin typeface="Arial" panose="020B0604020202020204" pitchFamily="34" charset="0"/>
                <a:cs typeface="Arial" panose="020B0604020202020204" pitchFamily="34" charset="0"/>
              </a:rPr>
              <a:t>γ</a:t>
            </a:r>
          </a:p>
        </p:txBody>
      </p:sp>
    </p:spTree>
    <p:extLst>
      <p:ext uri="{BB962C8B-B14F-4D97-AF65-F5344CB8AC3E}">
        <p14:creationId xmlns:p14="http://schemas.microsoft.com/office/powerpoint/2010/main" val="331740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917F-3906-5E51-A639-E1460E9B791D}"/>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4070139A-D249-099A-6A78-B4A051E5ACF8}"/>
              </a:ext>
            </a:extLst>
          </p:cNvPr>
          <p:cNvSpPr>
            <a:spLocks noChangeArrowheads="1"/>
          </p:cNvSpPr>
          <p:nvPr/>
        </p:nvSpPr>
        <p:spPr bwMode="auto">
          <a:xfrm>
            <a:off x="1975144" y="11699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4" name="Rectangle 2">
            <a:extLst>
              <a:ext uri="{FF2B5EF4-FFF2-40B4-BE49-F238E27FC236}">
                <a16:creationId xmlns:a16="http://schemas.microsoft.com/office/drawing/2014/main" id="{065B3280-F18C-96DC-4325-545EC432E9C3}"/>
              </a:ext>
            </a:extLst>
          </p:cNvPr>
          <p:cNvSpPr>
            <a:spLocks noChangeArrowheads="1"/>
          </p:cNvSpPr>
          <p:nvPr/>
        </p:nvSpPr>
        <p:spPr bwMode="auto">
          <a:xfrm>
            <a:off x="285623" y="1040323"/>
            <a:ext cx="11620751" cy="1881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b="1" dirty="0">
                <a:latin typeface="Arial" panose="020B0604020202020204" pitchFamily="34" charset="0"/>
                <a:cs typeface="Arial" panose="020B0604020202020204" pitchFamily="34" charset="0"/>
              </a:rPr>
              <a:t>Part 2: </a:t>
            </a:r>
            <a:r>
              <a:rPr lang="en-US" altLang="zh-CN" sz="2000" dirty="0">
                <a:latin typeface="Arial" panose="020B0604020202020204" pitchFamily="34" charset="0"/>
                <a:cs typeface="Arial" panose="020B0604020202020204" pitchFamily="34" charset="0"/>
              </a:rPr>
              <a:t>You learn that </a:t>
            </a:r>
            <a:r>
              <a:rPr lang="el-GR" altLang="zh-CN" sz="2000" dirty="0">
                <a:latin typeface="Arial" panose="020B0604020202020204" pitchFamily="34" charset="0"/>
                <a:cs typeface="Arial" panose="020B0604020202020204" pitchFamily="34" charset="0"/>
              </a:rPr>
              <a:t>α</a:t>
            </a:r>
            <a:r>
              <a:rPr lang="en-US" altLang="zh-CN" sz="2000" dirty="0">
                <a:latin typeface="Arial" panose="020B0604020202020204" pitchFamily="34" charset="0"/>
                <a:cs typeface="Arial" panose="020B0604020202020204" pitchFamily="34" charset="0"/>
              </a:rPr>
              <a:t> is the best server, with low packet loss 2/3 of the time and medium the other 1/3. β's packet loss is medium half of the time and is evenly split between low and high the other half, while γ has medium packet loss 1/2 of the time and high packet loss the other 1/2. </a:t>
            </a:r>
            <a:r>
              <a:rPr lang="en-US" altLang="zh-CN" sz="2000" b="1" dirty="0">
                <a:latin typeface="Arial" panose="020B0604020202020204" pitchFamily="34" charset="0"/>
                <a:cs typeface="Arial" panose="020B0604020202020204" pitchFamily="34" charset="0"/>
              </a:rPr>
              <a:t>Populate the emission matrix, B.</a:t>
            </a:r>
            <a:endParaRPr lang="en-US" altLang="zh-CN" sz="2000" b="1" dirty="0">
              <a:latin typeface="Arial" panose="020B0604020202020204" pitchFamily="34" charset="0"/>
              <a:ea typeface="Gadugi" panose="020B0502040204020203" pitchFamily="34" charset="0"/>
              <a:cs typeface="Arial" panose="020B0604020202020204" pitchFamily="34" charset="0"/>
            </a:endParaRPr>
          </a:p>
        </p:txBody>
      </p:sp>
      <p:pic>
        <p:nvPicPr>
          <p:cNvPr id="10" name="图片 9">
            <a:extLst>
              <a:ext uri="{FF2B5EF4-FFF2-40B4-BE49-F238E27FC236}">
                <a16:creationId xmlns:a16="http://schemas.microsoft.com/office/drawing/2014/main" id="{3080A9BD-05B9-8CAC-7744-75AEDC3313B5}"/>
              </a:ext>
            </a:extLst>
          </p:cNvPr>
          <p:cNvPicPr>
            <a:picLocks noChangeAspect="1"/>
          </p:cNvPicPr>
          <p:nvPr/>
        </p:nvPicPr>
        <p:blipFill>
          <a:blip r:embed="rId2"/>
          <a:stretch>
            <a:fillRect/>
          </a:stretch>
        </p:blipFill>
        <p:spPr>
          <a:xfrm>
            <a:off x="8778635" y="4379198"/>
            <a:ext cx="2343270" cy="2349621"/>
          </a:xfrm>
          <a:prstGeom prst="rect">
            <a:avLst/>
          </a:prstGeom>
        </p:spPr>
      </p:pic>
      <mc:AlternateContent xmlns:mc="http://schemas.openxmlformats.org/markup-compatibility/2006">
        <mc:Choice xmlns:a14="http://schemas.microsoft.com/office/drawing/2010/main" Requires="a14">
          <p:sp>
            <p:nvSpPr>
              <p:cNvPr id="2" name="Rectangle 2">
                <a:extLst>
                  <a:ext uri="{FF2B5EF4-FFF2-40B4-BE49-F238E27FC236}">
                    <a16:creationId xmlns:a16="http://schemas.microsoft.com/office/drawing/2014/main" id="{C9C567D4-9D1B-8E0B-EFA1-2A1B792B1D10}"/>
                  </a:ext>
                </a:extLst>
              </p:cNvPr>
              <p:cNvSpPr>
                <a:spLocks noChangeArrowheads="1"/>
              </p:cNvSpPr>
              <p:nvPr/>
            </p:nvSpPr>
            <p:spPr bwMode="auto">
              <a:xfrm>
                <a:off x="2338291" y="2813977"/>
                <a:ext cx="6099139" cy="214655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Gadugi" panose="020B0502040204020203" pitchFamily="34" charset="0"/>
                          <a:cs typeface="Arial" panose="020B0604020202020204" pitchFamily="34" charset="0"/>
                        </a:rPr>
                        <m:t>𝐵</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       </m:t>
                      </m:r>
                      <m:d>
                        <m:dPr>
                          <m:begChr m:val="["/>
                          <m:endChr m:val="]"/>
                          <m:ctrlPr>
                            <a:rPr lang="en-US" altLang="zh-CN" sz="2800" i="1">
                              <a:latin typeface="Cambria Math" panose="02040503050406030204" pitchFamily="18" charset="0"/>
                              <a:ea typeface="Gadugi" panose="020B0502040204020203" pitchFamily="34" charset="0"/>
                              <a:cs typeface="Arial" panose="020B0604020202020204" pitchFamily="34" charset="0"/>
                            </a:rPr>
                          </m:ctrlPr>
                        </m:dPr>
                        <m:e>
                          <m:m>
                            <m:mPr>
                              <m:mcs>
                                <m:mc>
                                  <m:mcPr>
                                    <m:count m:val="3"/>
                                    <m:mcJc m:val="center"/>
                                  </m:mcPr>
                                </m:mc>
                              </m:mcs>
                              <m:ctrlPr>
                                <a:rPr lang="en-US" altLang="zh-CN" sz="2800" i="1">
                                  <a:latin typeface="Cambria Math" panose="02040503050406030204" pitchFamily="18" charset="0"/>
                                  <a:ea typeface="Gadugi" panose="020B0502040204020203" pitchFamily="34" charset="0"/>
                                  <a:cs typeface="Arial" panose="020B0604020202020204" pitchFamily="34" charset="0"/>
                                </a:rPr>
                              </m:ctrlPr>
                            </m:mPr>
                            <m:mr>
                              <m:e>
                                <m:r>
                                  <m:rPr>
                                    <m:brk m:alnAt="7"/>
                                  </m:rPr>
                                  <a:rPr lang="en-US" altLang="zh-CN" sz="2800" i="1">
                                    <a:latin typeface="Cambria Math" panose="02040503050406030204" pitchFamily="18" charset="0"/>
                                    <a:ea typeface="Gadugi" panose="020B0502040204020203" pitchFamily="34" charset="0"/>
                                    <a:cs typeface="Arial" panose="020B0604020202020204" pitchFamily="34" charset="0"/>
                                  </a:rPr>
                                  <m:t> </m:t>
                                </m:r>
                                <m:r>
                                  <a:rPr lang="en-US" altLang="zh-CN" sz="2800" i="1">
                                    <a:latin typeface="Cambria Math" panose="02040503050406030204" pitchFamily="18" charset="0"/>
                                    <a:ea typeface="Gadugi" panose="020B0502040204020203" pitchFamily="34" charset="0"/>
                                    <a:cs typeface="Arial" panose="020B0604020202020204" pitchFamily="34" charset="0"/>
                                  </a:rPr>
                                  <m:t> </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2/3</m:t>
                                </m:r>
                                <m:r>
                                  <a:rPr lang="en-US" altLang="zh-CN" sz="2800" i="1">
                                    <a:latin typeface="Cambria Math" panose="02040503050406030204" pitchFamily="18" charset="0"/>
                                    <a:ea typeface="Gadugi" panose="020B0502040204020203" pitchFamily="34" charset="0"/>
                                    <a:cs typeface="Arial" panose="020B0604020202020204" pitchFamily="34" charset="0"/>
                                  </a:rPr>
                                  <m:t>  </m:t>
                                </m:r>
                              </m:e>
                              <m:e>
                                <m:r>
                                  <a:rPr lang="en-US" altLang="zh-CN" sz="2800" b="0" i="1" smtClean="0">
                                    <a:latin typeface="Cambria Math" panose="02040503050406030204" pitchFamily="18" charset="0"/>
                                    <a:ea typeface="Gadugi" panose="020B0502040204020203" pitchFamily="34" charset="0"/>
                                    <a:cs typeface="Arial" panose="020B0604020202020204" pitchFamily="34" charset="0"/>
                                  </a:rPr>
                                  <m:t>1/3</m:t>
                                </m:r>
                              </m:e>
                              <m:e>
                                <m:r>
                                  <a:rPr lang="en-US" altLang="zh-CN" sz="2800" i="1" smtClean="0">
                                    <a:latin typeface="Cambria Math" panose="02040503050406030204" pitchFamily="18" charset="0"/>
                                    <a:ea typeface="Gadugi" panose="020B0502040204020203" pitchFamily="34" charset="0"/>
                                    <a:cs typeface="Arial" panose="020B0604020202020204" pitchFamily="34" charset="0"/>
                                  </a:rPr>
                                  <m:t>0</m:t>
                                </m:r>
                              </m:e>
                            </m:mr>
                            <m:mr>
                              <m:e>
                                <m:r>
                                  <a:rPr lang="en-US" altLang="zh-CN" sz="2800" i="1">
                                    <a:latin typeface="Cambria Math" panose="02040503050406030204" pitchFamily="18" charset="0"/>
                                    <a:ea typeface="Gadugi" panose="020B0502040204020203" pitchFamily="34" charset="0"/>
                                    <a:cs typeface="Arial" panose="020B0604020202020204" pitchFamily="34" charset="0"/>
                                  </a:rPr>
                                  <m:t>  </m:t>
                                </m:r>
                                <m:r>
                                  <a:rPr lang="en-US" altLang="zh-CN" sz="280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/4</m:t>
                                </m:r>
                                <m:r>
                                  <a:rPr lang="en-US" altLang="zh-CN" sz="2800" i="1">
                                    <a:latin typeface="Cambria Math" panose="02040503050406030204" pitchFamily="18" charset="0"/>
                                    <a:ea typeface="Gadugi" panose="020B0502040204020203" pitchFamily="34" charset="0"/>
                                    <a:cs typeface="Arial" panose="020B0604020202020204" pitchFamily="34" charset="0"/>
                                  </a:rPr>
                                  <m:t>  </m:t>
                                </m:r>
                              </m:e>
                              <m:e>
                                <m:r>
                                  <a:rPr lang="en-US" altLang="zh-CN" sz="280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/2</m:t>
                                </m:r>
                              </m:e>
                              <m:e>
                                <m:r>
                                  <a:rPr lang="en-US" altLang="zh-CN" sz="280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/4</m:t>
                                </m:r>
                              </m:e>
                            </m:mr>
                            <m:mr>
                              <m:e>
                                <m:r>
                                  <a:rPr lang="en-US" altLang="zh-CN" sz="2800" i="1">
                                    <a:latin typeface="Cambria Math" panose="02040503050406030204" pitchFamily="18" charset="0"/>
                                    <a:ea typeface="Gadugi" panose="020B0502040204020203" pitchFamily="34" charset="0"/>
                                    <a:cs typeface="Arial" panose="020B0604020202020204" pitchFamily="34" charset="0"/>
                                  </a:rPr>
                                  <m:t>  </m:t>
                                </m:r>
                                <m:r>
                                  <a:rPr lang="en-US" altLang="zh-CN" sz="2800" i="1" smtClean="0">
                                    <a:latin typeface="Cambria Math" panose="02040503050406030204" pitchFamily="18" charset="0"/>
                                    <a:ea typeface="Gadugi" panose="020B0502040204020203" pitchFamily="34" charset="0"/>
                                    <a:cs typeface="Arial" panose="020B0604020202020204" pitchFamily="34" charset="0"/>
                                  </a:rPr>
                                  <m:t>0</m:t>
                                </m:r>
                                <m:r>
                                  <a:rPr lang="en-US" altLang="zh-CN" sz="2800" i="1">
                                    <a:latin typeface="Cambria Math" panose="02040503050406030204" pitchFamily="18" charset="0"/>
                                    <a:ea typeface="Gadugi" panose="020B0502040204020203" pitchFamily="34" charset="0"/>
                                    <a:cs typeface="Arial" panose="020B0604020202020204" pitchFamily="34" charset="0"/>
                                  </a:rPr>
                                  <m:t>  </m:t>
                                </m:r>
                              </m:e>
                              <m:e>
                                <m:r>
                                  <a:rPr lang="en-US" altLang="zh-CN" sz="280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/2</m:t>
                                </m:r>
                              </m:e>
                              <m:e>
                                <m:r>
                                  <a:rPr lang="en-US" altLang="zh-CN" sz="2800" i="1" smtClean="0">
                                    <a:latin typeface="Cambria Math" panose="02040503050406030204" pitchFamily="18" charset="0"/>
                                    <a:ea typeface="Gadugi" panose="020B0502040204020203" pitchFamily="34" charset="0"/>
                                    <a:cs typeface="Arial" panose="020B0604020202020204" pitchFamily="34" charset="0"/>
                                  </a:rPr>
                                  <m:t>1</m:t>
                                </m:r>
                                <m:r>
                                  <a:rPr lang="en-US" altLang="zh-CN" sz="2800" b="0" i="1" smtClean="0">
                                    <a:latin typeface="Cambria Math" panose="02040503050406030204" pitchFamily="18" charset="0"/>
                                    <a:ea typeface="Gadugi" panose="020B0502040204020203" pitchFamily="34" charset="0"/>
                                    <a:cs typeface="Arial" panose="020B0604020202020204" pitchFamily="34" charset="0"/>
                                  </a:rPr>
                                  <m:t>/2</m:t>
                                </m:r>
                              </m:e>
                            </m:mr>
                          </m:m>
                        </m:e>
                      </m:d>
                    </m:oMath>
                  </m:oMathPara>
                </a14:m>
                <a:endParaRPr lang="en-US" altLang="zh-CN" sz="2800" dirty="0">
                  <a:latin typeface="Arial" panose="020B0604020202020204" pitchFamily="34" charset="0"/>
                  <a:ea typeface="Gadugi" panose="020B0502040204020203" pitchFamily="34" charset="0"/>
                  <a:cs typeface="Arial" panose="020B0604020202020204" pitchFamily="34" charset="0"/>
                </a:endParaRPr>
              </a:p>
            </p:txBody>
          </p:sp>
        </mc:Choice>
        <mc:Fallback>
          <p:sp>
            <p:nvSpPr>
              <p:cNvPr id="2" name="Rectangle 2">
                <a:extLst>
                  <a:ext uri="{FF2B5EF4-FFF2-40B4-BE49-F238E27FC236}">
                    <a16:creationId xmlns:a16="http://schemas.microsoft.com/office/drawing/2014/main" id="{C9C567D4-9D1B-8E0B-EFA1-2A1B792B1D10}"/>
                  </a:ext>
                </a:extLst>
              </p:cNvPr>
              <p:cNvSpPr>
                <a:spLocks noRot="1" noChangeAspect="1" noMove="1" noResize="1" noEditPoints="1" noAdjustHandles="1" noChangeArrowheads="1" noChangeShapeType="1" noTextEdit="1"/>
              </p:cNvSpPr>
              <p:nvPr/>
            </p:nvSpPr>
            <p:spPr bwMode="auto">
              <a:xfrm>
                <a:off x="2338291" y="2813977"/>
                <a:ext cx="6099139" cy="2146550"/>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BA65D8C8-9A5A-F272-445D-2466D29B1C99}"/>
              </a:ext>
            </a:extLst>
          </p:cNvPr>
          <p:cNvSpPr>
            <a:spLocks noChangeArrowheads="1"/>
          </p:cNvSpPr>
          <p:nvPr/>
        </p:nvSpPr>
        <p:spPr bwMode="auto">
          <a:xfrm>
            <a:off x="4067876" y="3473337"/>
            <a:ext cx="54400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C00000"/>
                </a:solidFill>
                <a:latin typeface="Arial" panose="020B0604020202020204" pitchFamily="34" charset="0"/>
                <a:cs typeface="Arial" panose="020B0604020202020204" pitchFamily="34" charset="0"/>
              </a:rPr>
              <a:t>α</a:t>
            </a:r>
            <a:endParaRPr lang="en-US" altLang="zh-CN" dirty="0">
              <a:solidFill>
                <a:srgbClr val="C00000"/>
              </a:solidFill>
              <a:latin typeface="Arial" panose="020B0604020202020204" pitchFamily="34" charset="0"/>
              <a:ea typeface="Gadugi" panose="020B0502040204020203" pitchFamily="34" charset="0"/>
              <a:cs typeface="Arial" panose="020B0604020202020204" pitchFamily="34" charset="0"/>
            </a:endParaRPr>
          </a:p>
        </p:txBody>
      </p:sp>
      <p:sp>
        <p:nvSpPr>
          <p:cNvPr id="5" name="Rectangle 2">
            <a:extLst>
              <a:ext uri="{FF2B5EF4-FFF2-40B4-BE49-F238E27FC236}">
                <a16:creationId xmlns:a16="http://schemas.microsoft.com/office/drawing/2014/main" id="{FD6E6A82-CA31-2B5D-2C76-387F6677FB8C}"/>
              </a:ext>
            </a:extLst>
          </p:cNvPr>
          <p:cNvSpPr>
            <a:spLocks noChangeArrowheads="1"/>
          </p:cNvSpPr>
          <p:nvPr/>
        </p:nvSpPr>
        <p:spPr bwMode="auto">
          <a:xfrm>
            <a:off x="4067876" y="3926268"/>
            <a:ext cx="54400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C00000"/>
                </a:solidFill>
                <a:latin typeface="Arial" panose="020B0604020202020204" pitchFamily="34" charset="0"/>
                <a:cs typeface="Arial" panose="020B0604020202020204" pitchFamily="34" charset="0"/>
              </a:rPr>
              <a:t>β</a:t>
            </a:r>
            <a:endParaRPr lang="en-US" altLang="zh-CN" dirty="0">
              <a:solidFill>
                <a:srgbClr val="C00000"/>
              </a:solidFill>
              <a:latin typeface="Arial" panose="020B0604020202020204" pitchFamily="34" charset="0"/>
              <a:ea typeface="Gadugi" panose="020B0502040204020203" pitchFamily="34" charset="0"/>
              <a:cs typeface="Arial" panose="020B0604020202020204" pitchFamily="34" charset="0"/>
            </a:endParaRPr>
          </a:p>
        </p:txBody>
      </p:sp>
      <p:sp>
        <p:nvSpPr>
          <p:cNvPr id="6" name="Rectangle 2">
            <a:extLst>
              <a:ext uri="{FF2B5EF4-FFF2-40B4-BE49-F238E27FC236}">
                <a16:creationId xmlns:a16="http://schemas.microsoft.com/office/drawing/2014/main" id="{9BF762D0-0A53-03CB-ABFC-292B53BEE685}"/>
              </a:ext>
            </a:extLst>
          </p:cNvPr>
          <p:cNvSpPr>
            <a:spLocks noChangeArrowheads="1"/>
          </p:cNvSpPr>
          <p:nvPr/>
        </p:nvSpPr>
        <p:spPr bwMode="auto">
          <a:xfrm>
            <a:off x="3988639" y="4379198"/>
            <a:ext cx="69036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l-GR" altLang="zh-CN" b="1" dirty="0">
                <a:solidFill>
                  <a:srgbClr val="C00000"/>
                </a:solidFill>
                <a:latin typeface="Arial" panose="020B0604020202020204" pitchFamily="34" charset="0"/>
                <a:cs typeface="Arial" panose="020B0604020202020204" pitchFamily="34" charset="0"/>
              </a:rPr>
              <a:t>γ</a:t>
            </a:r>
            <a:endParaRPr lang="en-US" altLang="zh-CN" dirty="0">
              <a:solidFill>
                <a:srgbClr val="C00000"/>
              </a:solidFill>
              <a:latin typeface="Arial" panose="020B0604020202020204" pitchFamily="34" charset="0"/>
              <a:ea typeface="Gadugi" panose="020B0502040204020203" pitchFamily="34" charset="0"/>
              <a:cs typeface="Arial" panose="020B0604020202020204" pitchFamily="34" charset="0"/>
            </a:endParaRPr>
          </a:p>
        </p:txBody>
      </p:sp>
      <p:sp>
        <p:nvSpPr>
          <p:cNvPr id="7" name="Rectangle 2">
            <a:extLst>
              <a:ext uri="{FF2B5EF4-FFF2-40B4-BE49-F238E27FC236}">
                <a16:creationId xmlns:a16="http://schemas.microsoft.com/office/drawing/2014/main" id="{821D9191-3462-47BD-8C24-6429073C7CCA}"/>
              </a:ext>
            </a:extLst>
          </p:cNvPr>
          <p:cNvSpPr>
            <a:spLocks noChangeArrowheads="1"/>
          </p:cNvSpPr>
          <p:nvPr/>
        </p:nvSpPr>
        <p:spPr bwMode="auto">
          <a:xfrm>
            <a:off x="4776240" y="2922314"/>
            <a:ext cx="653362"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n-US" altLang="zh-CN" b="1" dirty="0">
                <a:solidFill>
                  <a:srgbClr val="413A88"/>
                </a:solidFill>
                <a:latin typeface="Arial" panose="020B0604020202020204" pitchFamily="34" charset="0"/>
                <a:cs typeface="Arial" panose="020B0604020202020204" pitchFamily="34" charset="0"/>
              </a:rPr>
              <a:t>low</a:t>
            </a:r>
            <a:endParaRPr lang="el-GR" altLang="zh-CN" b="1" dirty="0">
              <a:solidFill>
                <a:srgbClr val="413A88"/>
              </a:solidFill>
              <a:latin typeface="Arial" panose="020B0604020202020204" pitchFamily="34" charset="0"/>
              <a:cs typeface="Arial" panose="020B0604020202020204" pitchFamily="34" charset="0"/>
            </a:endParaRPr>
          </a:p>
        </p:txBody>
      </p:sp>
      <p:sp>
        <p:nvSpPr>
          <p:cNvPr id="9" name="Rectangle 2">
            <a:extLst>
              <a:ext uri="{FF2B5EF4-FFF2-40B4-BE49-F238E27FC236}">
                <a16:creationId xmlns:a16="http://schemas.microsoft.com/office/drawing/2014/main" id="{FBB19E67-07C8-AFCB-F1A5-50F221B510F0}"/>
              </a:ext>
            </a:extLst>
          </p:cNvPr>
          <p:cNvSpPr>
            <a:spLocks noChangeArrowheads="1"/>
          </p:cNvSpPr>
          <p:nvPr/>
        </p:nvSpPr>
        <p:spPr bwMode="auto">
          <a:xfrm>
            <a:off x="5764110" y="2926030"/>
            <a:ext cx="653362"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n-US" altLang="zh-CN" b="1" dirty="0">
                <a:solidFill>
                  <a:srgbClr val="413A88"/>
                </a:solidFill>
                <a:latin typeface="Arial" panose="020B0604020202020204" pitchFamily="34" charset="0"/>
                <a:cs typeface="Arial" panose="020B0604020202020204" pitchFamily="34" charset="0"/>
              </a:rPr>
              <a:t>mid</a:t>
            </a:r>
            <a:endParaRPr lang="el-GR" altLang="zh-CN" b="1" dirty="0">
              <a:solidFill>
                <a:srgbClr val="413A88"/>
              </a:solidFill>
              <a:latin typeface="Arial" panose="020B0604020202020204" pitchFamily="34" charset="0"/>
              <a:cs typeface="Arial" panose="020B0604020202020204" pitchFamily="34" charset="0"/>
            </a:endParaRPr>
          </a:p>
        </p:txBody>
      </p:sp>
      <p:sp>
        <p:nvSpPr>
          <p:cNvPr id="11" name="Rectangle 2">
            <a:extLst>
              <a:ext uri="{FF2B5EF4-FFF2-40B4-BE49-F238E27FC236}">
                <a16:creationId xmlns:a16="http://schemas.microsoft.com/office/drawing/2014/main" id="{AB37CD9B-7FF5-F088-F0BC-376335C6D881}"/>
              </a:ext>
            </a:extLst>
          </p:cNvPr>
          <p:cNvSpPr>
            <a:spLocks noChangeArrowheads="1"/>
          </p:cNvSpPr>
          <p:nvPr/>
        </p:nvSpPr>
        <p:spPr bwMode="auto">
          <a:xfrm>
            <a:off x="6751980" y="2922313"/>
            <a:ext cx="690361"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lnSpc>
                <a:spcPct val="150000"/>
              </a:lnSpc>
            </a:pPr>
            <a:r>
              <a:rPr lang="en-US" altLang="zh-CN" b="1" dirty="0">
                <a:solidFill>
                  <a:srgbClr val="413A88"/>
                </a:solidFill>
                <a:latin typeface="Arial" panose="020B0604020202020204" pitchFamily="34" charset="0"/>
                <a:cs typeface="Arial" panose="020B0604020202020204" pitchFamily="34" charset="0"/>
              </a:rPr>
              <a:t>high</a:t>
            </a:r>
            <a:endParaRPr lang="el-GR" altLang="zh-CN" b="1" dirty="0">
              <a:solidFill>
                <a:srgbClr val="413A8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4112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FC341-8DC6-F4D1-03FC-6407D4CF6588}"/>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2E16DB0B-536C-C4C3-602A-DFE1F9E2D647}"/>
              </a:ext>
            </a:extLst>
          </p:cNvPr>
          <p:cNvSpPr>
            <a:spLocks noChangeArrowheads="1"/>
          </p:cNvSpPr>
          <p:nvPr/>
        </p:nvSpPr>
        <p:spPr bwMode="auto">
          <a:xfrm>
            <a:off x="1975144" y="11699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mc:AlternateContent xmlns:mc="http://schemas.openxmlformats.org/markup-compatibility/2006">
        <mc:Choice xmlns:a14="http://schemas.microsoft.com/office/drawing/2010/main" Requires="a14">
          <p:sp>
            <p:nvSpPr>
              <p:cNvPr id="4" name="Rectangle 2">
                <a:extLst>
                  <a:ext uri="{FF2B5EF4-FFF2-40B4-BE49-F238E27FC236}">
                    <a16:creationId xmlns:a16="http://schemas.microsoft.com/office/drawing/2014/main" id="{2860D361-40C2-5534-30B6-035BCD8FEEE4}"/>
                  </a:ext>
                </a:extLst>
              </p:cNvPr>
              <p:cNvSpPr>
                <a:spLocks noChangeArrowheads="1"/>
              </p:cNvSpPr>
              <p:nvPr/>
            </p:nvSpPr>
            <p:spPr bwMode="auto">
              <a:xfrm>
                <a:off x="285623" y="1040323"/>
                <a:ext cx="11620751" cy="14203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b="1" dirty="0">
                    <a:latin typeface="Arial" panose="020B0604020202020204" pitchFamily="34" charset="0"/>
                    <a:cs typeface="Arial" panose="020B0604020202020204" pitchFamily="34" charset="0"/>
                  </a:rPr>
                  <a:t>Part 3:</a:t>
                </a:r>
                <a:r>
                  <a:rPr lang="en-US" altLang="zh-CN" sz="2000" dirty="0">
                    <a:latin typeface="Arial" panose="020B0604020202020204" pitchFamily="34" charset="0"/>
                    <a:cs typeface="Arial" panose="020B0604020202020204" pitchFamily="34" charset="0"/>
                  </a:rPr>
                  <a:t> To prevent players from logging of instantly, the game </a:t>
                </a:r>
                <a:r>
                  <a:rPr lang="en-US" altLang="zh-CN" sz="2000" u="sng" dirty="0">
                    <a:latin typeface="Arial" panose="020B0604020202020204" pitchFamily="34" charset="0"/>
                    <a:cs typeface="Arial" panose="020B0604020202020204" pitchFamily="34" charset="0"/>
                  </a:rPr>
                  <a:t>always places users with server </a:t>
                </a:r>
                <a:r>
                  <a:rPr lang="el-GR" altLang="zh-CN" sz="2000" u="sng" dirty="0">
                    <a:latin typeface="Arial" panose="020B0604020202020204" pitchFamily="34" charset="0"/>
                    <a:cs typeface="Arial" panose="020B0604020202020204" pitchFamily="34" charset="0"/>
                  </a:rPr>
                  <a:t>α</a:t>
                </a:r>
                <a:r>
                  <a:rPr lang="en-US" altLang="zh-CN" sz="2000" u="sng" dirty="0">
                    <a:latin typeface="Arial" panose="020B0604020202020204" pitchFamily="34" charset="0"/>
                    <a:cs typeface="Arial" panose="020B0604020202020204" pitchFamily="34" charset="0"/>
                  </a:rPr>
                  <a:t> for the first minute</a:t>
                </a:r>
                <a:r>
                  <a:rPr lang="en-US" altLang="zh-CN" sz="2000" dirty="0">
                    <a:latin typeface="Arial" panose="020B0604020202020204" pitchFamily="34" charset="0"/>
                    <a:cs typeface="Arial" panose="020B0604020202020204" pitchFamily="34" charset="0"/>
                  </a:rPr>
                  <a:t>. In the second minute, you </a:t>
                </a:r>
                <a:r>
                  <a:rPr lang="en-US" altLang="zh-CN" sz="2000" u="sng" dirty="0">
                    <a:latin typeface="Arial" panose="020B0604020202020204" pitchFamily="34" charset="0"/>
                    <a:cs typeface="Arial" panose="020B0604020202020204" pitchFamily="34" charset="0"/>
                  </a:rPr>
                  <a:t>observe a medium packet loss</a:t>
                </a:r>
                <a:r>
                  <a:rPr lang="en-US" altLang="zh-CN" sz="2000"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Use </a:t>
                </a:r>
                <a14:m>
                  <m:oMath xmlns:m="http://schemas.openxmlformats.org/officeDocument/2006/math">
                    <m:sSub>
                      <m:sSubPr>
                        <m:ctrlPr>
                          <a:rPr lang="en-US" altLang="zh-CN" sz="2000" b="1" i="1" dirty="0" smtClean="0">
                            <a:latin typeface="Cambria Math" panose="02040503050406030204" pitchFamily="18" charset="0"/>
                            <a:cs typeface="Arial" panose="020B0604020202020204" pitchFamily="34" charset="0"/>
                          </a:rPr>
                        </m:ctrlPr>
                      </m:sSubPr>
                      <m:e>
                        <m:r>
                          <a:rPr lang="en-US" altLang="zh-CN" sz="2000" b="1" i="1" dirty="0">
                            <a:latin typeface="Cambria Math" panose="02040503050406030204" pitchFamily="18" charset="0"/>
                            <a:cs typeface="Arial" panose="020B0604020202020204" pitchFamily="34" charset="0"/>
                          </a:rPr>
                          <m:t>𝝅</m:t>
                        </m:r>
                      </m:e>
                      <m:sub>
                        <m:r>
                          <a:rPr lang="en-US" altLang="zh-CN" sz="2000" b="1" i="1" dirty="0">
                            <a:latin typeface="Cambria Math" panose="02040503050406030204" pitchFamily="18" charset="0"/>
                            <a:cs typeface="Arial" panose="020B0604020202020204" pitchFamily="34" charset="0"/>
                          </a:rPr>
                          <m:t>𝟎</m:t>
                        </m:r>
                      </m:sub>
                    </m:sSub>
                    <m:r>
                      <a:rPr lang="en-US" altLang="zh-CN" sz="2000" b="1" i="1" dirty="0" smtClean="0">
                        <a:latin typeface="Cambria Math" panose="02040503050406030204" pitchFamily="18" charset="0"/>
                        <a:cs typeface="Arial" panose="020B0604020202020204" pitchFamily="34" charset="0"/>
                      </a:rPr>
                      <m:t>𝑨𝑩𝑶</m:t>
                    </m:r>
                  </m:oMath>
                </a14:m>
                <a:r>
                  <a:rPr lang="en-US" altLang="zh-CN" sz="2000" b="1" dirty="0">
                    <a:latin typeface="Arial" panose="020B0604020202020204" pitchFamily="34" charset="0"/>
                    <a:cs typeface="Arial" panose="020B0604020202020204" pitchFamily="34" charset="0"/>
                  </a:rPr>
                  <a:t> to calculate the probabilities of being on each server </a:t>
                </a:r>
                <a:r>
                  <a:rPr lang="el-GR" altLang="zh-CN" sz="2000" b="1" dirty="0">
                    <a:latin typeface="Arial" panose="020B0604020202020204" pitchFamily="34" charset="0"/>
                    <a:cs typeface="Arial" panose="020B0604020202020204" pitchFamily="34" charset="0"/>
                  </a:rPr>
                  <a:t>α</a:t>
                </a:r>
                <a:r>
                  <a:rPr lang="en-US" altLang="zh-CN" sz="2000" b="1" dirty="0">
                    <a:latin typeface="Arial" panose="020B0604020202020204" pitchFamily="34" charset="0"/>
                    <a:cs typeface="Arial" panose="020B0604020202020204" pitchFamily="34" charset="0"/>
                  </a:rPr>
                  <a:t>,</a:t>
                </a:r>
                <a:r>
                  <a:rPr lang="zh-CN" altLang="en-US" sz="2000" b="1" dirty="0">
                    <a:latin typeface="Arial" panose="020B0604020202020204" pitchFamily="34" charset="0"/>
                    <a:cs typeface="Arial" panose="020B0604020202020204" pitchFamily="34" charset="0"/>
                  </a:rPr>
                  <a:t> </a:t>
                </a:r>
                <a:r>
                  <a:rPr lang="el-GR" altLang="zh-CN" sz="2000" b="1" dirty="0">
                    <a:latin typeface="Arial" panose="020B0604020202020204" pitchFamily="34" charset="0"/>
                    <a:cs typeface="Arial" panose="020B0604020202020204" pitchFamily="34" charset="0"/>
                  </a:rPr>
                  <a:t>β</a:t>
                </a:r>
                <a:r>
                  <a:rPr lang="en-US" altLang="zh-CN" sz="2000" b="1" dirty="0">
                    <a:latin typeface="Arial" panose="020B0604020202020204" pitchFamily="34" charset="0"/>
                    <a:cs typeface="Arial" panose="020B0604020202020204" pitchFamily="34" charset="0"/>
                  </a:rPr>
                  <a:t>, and γ.</a:t>
                </a:r>
                <a:endParaRPr lang="en-US" altLang="zh-CN" sz="2000" dirty="0">
                  <a:latin typeface="Arial" panose="020B0604020202020204" pitchFamily="34" charset="0"/>
                  <a:ea typeface="Gadugi" panose="020B0502040204020203" pitchFamily="34" charset="0"/>
                  <a:cs typeface="Arial" panose="020B0604020202020204" pitchFamily="34" charset="0"/>
                </a:endParaRPr>
              </a:p>
            </p:txBody>
          </p:sp>
        </mc:Choice>
        <mc:Fallback>
          <p:sp>
            <p:nvSpPr>
              <p:cNvPr id="4" name="Rectangle 2">
                <a:extLst>
                  <a:ext uri="{FF2B5EF4-FFF2-40B4-BE49-F238E27FC236}">
                    <a16:creationId xmlns:a16="http://schemas.microsoft.com/office/drawing/2014/main" id="{2860D361-40C2-5534-30B6-035BCD8FEEE4}"/>
                  </a:ext>
                </a:extLst>
              </p:cNvPr>
              <p:cNvSpPr>
                <a:spLocks noRot="1" noChangeAspect="1" noMove="1" noResize="1" noEditPoints="1" noAdjustHandles="1" noChangeArrowheads="1" noChangeShapeType="1" noTextEdit="1"/>
              </p:cNvSpPr>
              <p:nvPr/>
            </p:nvSpPr>
            <p:spPr bwMode="auto">
              <a:xfrm>
                <a:off x="285623" y="1040323"/>
                <a:ext cx="11620751" cy="1420325"/>
              </a:xfrm>
              <a:prstGeom prst="rect">
                <a:avLst/>
              </a:prstGeom>
              <a:blipFill>
                <a:blip r:embed="rId2"/>
                <a:stretch>
                  <a:fillRect l="-577" b="-729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2">
                <a:extLst>
                  <a:ext uri="{FF2B5EF4-FFF2-40B4-BE49-F238E27FC236}">
                    <a16:creationId xmlns:a16="http://schemas.microsoft.com/office/drawing/2014/main" id="{A040647B-2FDE-A548-F71E-B9B5AEC73B04}"/>
                  </a:ext>
                </a:extLst>
              </p:cNvPr>
              <p:cNvSpPr>
                <a:spLocks noChangeArrowheads="1"/>
              </p:cNvSpPr>
              <p:nvPr/>
            </p:nvSpPr>
            <p:spPr bwMode="auto">
              <a:xfrm>
                <a:off x="8411266" y="2241870"/>
                <a:ext cx="2962212" cy="11421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it-IT" altLang="zh-CN" sz="2400" i="1" smtClean="0">
                              <a:solidFill>
                                <a:srgbClr val="7030A0"/>
                              </a:solidFill>
                              <a:latin typeface="Cambria Math" panose="02040503050406030204" pitchFamily="18" charset="0"/>
                              <a:ea typeface="Gadugi" panose="020B0502040204020203" pitchFamily="34" charset="0"/>
                              <a:cs typeface="Arial" panose="020B0604020202020204" pitchFamily="34" charset="0"/>
                            </a:rPr>
                          </m:ctrlPr>
                        </m:sSubPr>
                        <m:e>
                          <m:r>
                            <a:rPr lang="it-IT" altLang="zh-CN" sz="2400" i="1">
                              <a:solidFill>
                                <a:srgbClr val="7030A0"/>
                              </a:solidFill>
                              <a:latin typeface="Cambria Math" panose="02040503050406030204" pitchFamily="18" charset="0"/>
                              <a:ea typeface="Gadugi" panose="020B0502040204020203" pitchFamily="34" charset="0"/>
                              <a:cs typeface="Arial" panose="020B0604020202020204" pitchFamily="34" charset="0"/>
                            </a:rPr>
                            <m:t>𝜋</m:t>
                          </m:r>
                        </m:e>
                        <m:sub>
                          <m:r>
                            <a:rPr lang="en-US" altLang="zh-CN" sz="2400" i="1">
                              <a:solidFill>
                                <a:srgbClr val="7030A0"/>
                              </a:solidFill>
                              <a:latin typeface="Cambria Math" panose="02040503050406030204" pitchFamily="18" charset="0"/>
                              <a:ea typeface="Gadugi" panose="020B0502040204020203" pitchFamily="34" charset="0"/>
                              <a:cs typeface="Arial" panose="020B0604020202020204" pitchFamily="34" charset="0"/>
                            </a:rPr>
                            <m:t>0</m:t>
                          </m:r>
                        </m:sub>
                      </m:sSub>
                      <m:r>
                        <a:rPr lang="en-US" altLang="zh-CN" sz="2400" b="0" i="1" smtClean="0">
                          <a:solidFill>
                            <a:srgbClr val="7030A0"/>
                          </a:solidFill>
                          <a:latin typeface="Cambria Math" panose="02040503050406030204" pitchFamily="18" charset="0"/>
                          <a:ea typeface="Gadugi" panose="020B0502040204020203" pitchFamily="34" charset="0"/>
                          <a:cs typeface="Arial" panose="020B0604020202020204" pitchFamily="34" charset="0"/>
                        </a:rPr>
                        <m:t>=</m:t>
                      </m:r>
                      <m:sSup>
                        <m:sSupPr>
                          <m:ctrl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t>1</m:t>
                                    </m:r>
                                  </m:e>
                                </m:mr>
                                <m:mr>
                                  <m:e>
                                    <m:r>
                                      <a:rPr lang="en-US" altLang="zh-CN" sz="2400" i="1">
                                        <a:solidFill>
                                          <a:srgbClr val="7030A0"/>
                                        </a:solidFill>
                                        <a:latin typeface="Cambria Math" panose="02040503050406030204" pitchFamily="18" charset="0"/>
                                        <a:ea typeface="Gadugi" panose="020B0502040204020203" pitchFamily="34" charset="0"/>
                                        <a:cs typeface="Arial" panose="020B0604020202020204" pitchFamily="34" charset="0"/>
                                      </a:rPr>
                                      <m:t>0</m:t>
                                    </m:r>
                                  </m:e>
                                </m:mr>
                                <m:mr>
                                  <m:e>
                                    <m:r>
                                      <a:rPr lang="en-US" altLang="zh-CN" sz="2400" i="1">
                                        <a:solidFill>
                                          <a:srgbClr val="7030A0"/>
                                        </a:solidFill>
                                        <a:latin typeface="Cambria Math" panose="02040503050406030204" pitchFamily="18" charset="0"/>
                                        <a:ea typeface="Gadugi" panose="020B0502040204020203" pitchFamily="34" charset="0"/>
                                        <a:cs typeface="Arial" panose="020B0604020202020204" pitchFamily="34" charset="0"/>
                                      </a:rPr>
                                      <m:t>0</m:t>
                                    </m:r>
                                  </m:e>
                                </m:mr>
                              </m:m>
                            </m:e>
                          </m:d>
                        </m:e>
                        <m:sup>
                          <m: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t>𝑇</m:t>
                          </m:r>
                        </m:sup>
                      </m:sSup>
                      <m:r>
                        <a:rPr lang="en-US" altLang="zh-CN" sz="2400" b="0" i="1" smtClean="0">
                          <a:solidFill>
                            <a:srgbClr val="7030A0"/>
                          </a:solidFill>
                          <a:latin typeface="Cambria Math" panose="02040503050406030204" pitchFamily="18" charset="0"/>
                          <a:ea typeface="Cambria Math" panose="02040503050406030204" pitchFamily="18" charset="0"/>
                          <a:cs typeface="Arial" panose="020B0604020202020204" pitchFamily="34" charset="0"/>
                        </a:rPr>
                        <m:t>,</m:t>
                      </m:r>
                      <m:r>
                        <a:rPr lang="en-US" altLang="zh-CN" sz="2400" b="0" i="1" smtClean="0">
                          <a:solidFill>
                            <a:srgbClr val="7030A0"/>
                          </a:solidFill>
                          <a:latin typeface="Cambria Math" panose="02040503050406030204" pitchFamily="18" charset="0"/>
                          <a:ea typeface="Gadugi" panose="020B0502040204020203" pitchFamily="34" charset="0"/>
                          <a:cs typeface="Arial" panose="020B0604020202020204" pitchFamily="34" charset="0"/>
                        </a:rPr>
                        <m:t> </m:t>
                      </m:r>
                      <m:r>
                        <a:rPr lang="en-US" altLang="zh-CN" sz="2400" b="0" i="1" smtClean="0">
                          <a:solidFill>
                            <a:srgbClr val="7030A0"/>
                          </a:solidFill>
                          <a:latin typeface="Cambria Math" panose="02040503050406030204" pitchFamily="18" charset="0"/>
                          <a:ea typeface="Gadugi" panose="020B0502040204020203" pitchFamily="34" charset="0"/>
                          <a:cs typeface="Arial" panose="020B0604020202020204" pitchFamily="34" charset="0"/>
                        </a:rPr>
                        <m:t>𝑂</m:t>
                      </m:r>
                      <m:r>
                        <a:rPr lang="en-US" altLang="zh-CN" sz="2400" i="1">
                          <a:solidFill>
                            <a:srgbClr val="7030A0"/>
                          </a:solidFill>
                          <a:latin typeface="Cambria Math" panose="02040503050406030204" pitchFamily="18" charset="0"/>
                          <a:ea typeface="Gadugi" panose="020B0502040204020203" pitchFamily="34" charset="0"/>
                          <a:cs typeface="Arial" panose="020B0604020202020204" pitchFamily="34" charset="0"/>
                        </a:rPr>
                        <m:t>=</m:t>
                      </m:r>
                      <m:d>
                        <m:dPr>
                          <m:begChr m:val="["/>
                          <m:endChr m:val="]"/>
                          <m:ctrl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t>0</m:t>
                                </m:r>
                              </m:e>
                            </m:mr>
                            <m:mr>
                              <m:e>
                                <m:r>
                                  <a:rPr lang="en-US" altLang="zh-C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t>1</m:t>
                                </m:r>
                              </m:e>
                            </m:mr>
                            <m:mr>
                              <m:e>
                                <m:r>
                                  <a:rPr lang="en-US" altLang="zh-CN" sz="2400" i="1">
                                    <a:solidFill>
                                      <a:srgbClr val="7030A0"/>
                                    </a:solidFill>
                                    <a:latin typeface="Cambria Math" panose="02040503050406030204" pitchFamily="18" charset="0"/>
                                    <a:ea typeface="Gadugi" panose="020B0502040204020203" pitchFamily="34" charset="0"/>
                                    <a:cs typeface="Arial" panose="020B0604020202020204" pitchFamily="34" charset="0"/>
                                  </a:rPr>
                                  <m:t>0</m:t>
                                </m:r>
                              </m:e>
                            </m:mr>
                          </m:m>
                        </m:e>
                      </m:d>
                    </m:oMath>
                  </m:oMathPara>
                </a14:m>
                <a:endParaRPr lang="it-IT" altLang="zh-CN" sz="2400" i="1" dirty="0">
                  <a:solidFill>
                    <a:srgbClr val="7030A0"/>
                  </a:solidFill>
                  <a:latin typeface="Cambria Math" panose="02040503050406030204" pitchFamily="18" charset="0"/>
                  <a:ea typeface="Gadugi" panose="020B0502040204020203" pitchFamily="34" charset="0"/>
                  <a:cs typeface="Arial" panose="020B0604020202020204" pitchFamily="34" charset="0"/>
                </a:endParaRPr>
              </a:p>
            </p:txBody>
          </p:sp>
        </mc:Choice>
        <mc:Fallback>
          <p:sp>
            <p:nvSpPr>
              <p:cNvPr id="5" name="Rectangle 2">
                <a:extLst>
                  <a:ext uri="{FF2B5EF4-FFF2-40B4-BE49-F238E27FC236}">
                    <a16:creationId xmlns:a16="http://schemas.microsoft.com/office/drawing/2014/main" id="{A040647B-2FDE-A548-F71E-B9B5AEC73B04}"/>
                  </a:ext>
                </a:extLst>
              </p:cNvPr>
              <p:cNvSpPr>
                <a:spLocks noRot="1" noChangeAspect="1" noMove="1" noResize="1" noEditPoints="1" noAdjustHandles="1" noChangeArrowheads="1" noChangeShapeType="1" noTextEdit="1"/>
              </p:cNvSpPr>
              <p:nvPr/>
            </p:nvSpPr>
            <p:spPr bwMode="auto">
              <a:xfrm>
                <a:off x="8411266" y="2241870"/>
                <a:ext cx="2962212" cy="1142108"/>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2">
                <a:extLst>
                  <a:ext uri="{FF2B5EF4-FFF2-40B4-BE49-F238E27FC236}">
                    <a16:creationId xmlns:a16="http://schemas.microsoft.com/office/drawing/2014/main" id="{BF12FEF7-B749-2841-1484-004AB95F9A27}"/>
                  </a:ext>
                </a:extLst>
              </p:cNvPr>
              <p:cNvSpPr>
                <a:spLocks noChangeArrowheads="1"/>
              </p:cNvSpPr>
              <p:nvPr/>
            </p:nvSpPr>
            <p:spPr bwMode="auto">
              <a:xfrm>
                <a:off x="206072" y="2576987"/>
                <a:ext cx="8205194" cy="393979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it-IT" altLang="zh-CN" sz="2400" i="1" smtClean="0">
                              <a:solidFill>
                                <a:schemeClr val="tx1"/>
                              </a:solidFill>
                              <a:latin typeface="Cambria Math" panose="02040503050406030204" pitchFamily="18" charset="0"/>
                              <a:ea typeface="Gadugi" panose="020B0502040204020203" pitchFamily="34" charset="0"/>
                              <a:cs typeface="Arial" panose="020B0604020202020204" pitchFamily="34" charset="0"/>
                            </a:rPr>
                          </m:ctrlPr>
                        </m:sSubPr>
                        <m:e>
                          <m:r>
                            <a:rPr lang="it-IT"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𝜋</m:t>
                          </m:r>
                        </m:e>
                        <m:sub>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1|</m:t>
                          </m:r>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𝑂</m:t>
                          </m:r>
                        </m:sub>
                      </m:sSub>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m:t>
                      </m:r>
                      <m:sSub>
                        <m:sSubPr>
                          <m:ctrlPr>
                            <a:rPr lang="it-IT"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ctrlPr>
                        </m:sSubPr>
                        <m:e>
                          <m:r>
                            <a:rPr lang="it-IT"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𝜋</m:t>
                          </m:r>
                        </m:e>
                        <m:sub>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0</m:t>
                          </m:r>
                        </m:sub>
                      </m:sSub>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𝐴</m:t>
                      </m:r>
                      <m:r>
                        <m:rPr>
                          <m:nor/>
                        </m:rPr>
                        <a:rPr lang="zh-CN" altLang="en-US" sz="2400"/>
                        <m:t>⊙</m:t>
                      </m:r>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𝐵𝑂</m:t>
                      </m:r>
                    </m:oMath>
                    <m:oMath xmlns:m="http://schemas.openxmlformats.org/officeDocument/2006/math">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b="0" i="1" smtClean="0">
                          <a:solidFill>
                            <a:schemeClr val="tx1"/>
                          </a:solidFill>
                          <a:latin typeface="Cambria Math" panose="02040503050406030204" pitchFamily="18" charset="0"/>
                          <a:ea typeface="Gadugi" panose="020B0502040204020203" pitchFamily="34" charset="0"/>
                          <a:cs typeface="Arial" panose="020B0604020202020204" pitchFamily="34" charset="0"/>
                        </a:rPr>
                        <m:t>=</m:t>
                      </m:r>
                      <m:sSup>
                        <m:sSupPr>
                          <m:ctrl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t>1</m:t>
                                    </m:r>
                                  </m:e>
                                </m:mr>
                                <m:mr>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e>
                                </m:mr>
                                <m:mr>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e>
                                </m:mr>
                              </m:m>
                            </m:e>
                          </m:d>
                        </m:e>
                        <m:sup>
                          <m: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t>𝑇</m:t>
                          </m:r>
                        </m:sup>
                      </m:sSup>
                      <m:d>
                        <m:dPr>
                          <m:begChr m:val="["/>
                          <m:endChr m:val="]"/>
                          <m:ctrl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ctrlPr>
                        </m:dPr>
                        <m:e>
                          <m:m>
                            <m:mPr>
                              <m:mcs>
                                <m:mc>
                                  <m:mcPr>
                                    <m:count m:val="3"/>
                                    <m:mcJc m:val="center"/>
                                  </m:mcPr>
                                </m:mc>
                              </m:mcs>
                              <m:ctrl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ctrlPr>
                            </m:mPr>
                            <m:mr>
                              <m:e>
                                <m:r>
                                  <m:rPr>
                                    <m:brk m:alnAt="7"/>
                                  </m:r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.6</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.2</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.2</m:t>
                                </m:r>
                              </m:e>
                            </m:mr>
                            <m:mr>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.7</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m:t>
                                </m:r>
                              </m:e>
                            </m:mr>
                            <m:mr>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m:t>
                                </m:r>
                              </m:e>
                              <m:e>
                                <m:r>
                                  <m:rPr>
                                    <m:brk m:alnAt="7"/>
                                  </m:r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.8</m:t>
                                </m:r>
                              </m:e>
                            </m:mr>
                          </m:m>
                        </m:e>
                      </m:d>
                      <m:r>
                        <m:rPr>
                          <m:nor/>
                        </m:rPr>
                        <a:rPr lang="zh-CN" altLang="en-US" sz="2400"/>
                        <m:t>⊙</m:t>
                      </m:r>
                      <m:d>
                        <m:dPr>
                          <m:begChr m:val="["/>
                          <m:endChr m:val="]"/>
                          <m:ctrl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ctrlPr>
                        </m:dPr>
                        <m:e>
                          <m:m>
                            <m:mPr>
                              <m:mcs>
                                <m:mc>
                                  <m:mcPr>
                                    <m:count m:val="3"/>
                                    <m:mcJc m:val="center"/>
                                  </m:mcPr>
                                </m:mc>
                              </m:mcs>
                              <m:ctrl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ctrlPr>
                            </m:mPr>
                            <m:mr>
                              <m:e>
                                <m:r>
                                  <m:rPr>
                                    <m:brk m:alnAt="7"/>
                                  </m:rP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2/3</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1/3</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e>
                            </m:mr>
                            <m:mr>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1/4</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1/2</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1/4</m:t>
                                </m:r>
                              </m:e>
                            </m:mr>
                            <m:mr>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0</m:t>
                                </m:r>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  </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1/2</m:t>
                                </m:r>
                              </m:e>
                              <m:e>
                                <m:r>
                                  <a:rPr lang="en-US" altLang="zh-CN" sz="2400" i="1">
                                    <a:solidFill>
                                      <a:schemeClr val="tx1"/>
                                    </a:solidFill>
                                    <a:latin typeface="Cambria Math" panose="02040503050406030204" pitchFamily="18" charset="0"/>
                                    <a:ea typeface="Gadugi" panose="020B0502040204020203" pitchFamily="34" charset="0"/>
                                    <a:cs typeface="Arial" panose="020B0604020202020204" pitchFamily="34" charset="0"/>
                                  </a:rPr>
                                  <m:t>1/2</m:t>
                                </m:r>
                              </m:e>
                            </m:mr>
                          </m:m>
                        </m:e>
                      </m:d>
                      <m:sSup>
                        <m:sSupPr>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b="0" i="1" smtClean="0">
                                        <a:latin typeface="Cambria Math" panose="02040503050406030204" pitchFamily="18" charset="0"/>
                                        <a:ea typeface="Cambria Math" panose="02040503050406030204" pitchFamily="18" charset="0"/>
                                        <a:cs typeface="Arial" panose="020B0604020202020204" pitchFamily="34" charset="0"/>
                                      </a:rPr>
                                      <m:t>0</m:t>
                                    </m:r>
                                  </m:e>
                                </m:mr>
                                <m:mr>
                                  <m:e>
                                    <m:r>
                                      <a:rPr lang="en-US" altLang="zh-CN" sz="2400" b="0" i="1" smtClean="0">
                                        <a:latin typeface="Cambria Math" panose="02040503050406030204" pitchFamily="18" charset="0"/>
                                        <a:ea typeface="Cambria Math" panose="02040503050406030204" pitchFamily="18" charset="0"/>
                                        <a:cs typeface="Arial" panose="020B0604020202020204" pitchFamily="34" charset="0"/>
                                      </a:rPr>
                                      <m:t>1</m:t>
                                    </m:r>
                                  </m:e>
                                </m:mr>
                                <m:mr>
                                  <m:e>
                                    <m:r>
                                      <a:rPr lang="en-US" altLang="zh-CN" sz="2400" i="1">
                                        <a:latin typeface="Cambria Math" panose="02040503050406030204" pitchFamily="18" charset="0"/>
                                        <a:ea typeface="Gadugi" panose="020B0502040204020203" pitchFamily="34" charset="0"/>
                                        <a:cs typeface="Arial" panose="020B0604020202020204" pitchFamily="34" charset="0"/>
                                      </a:rPr>
                                      <m:t>0</m:t>
                                    </m:r>
                                  </m:e>
                                </m:mr>
                              </m:m>
                            </m:e>
                          </m:d>
                        </m:e>
                        <m:sup>
                          <m:r>
                            <a:rPr lang="en-US" altLang="zh-CN" sz="2400" i="1">
                              <a:latin typeface="Cambria Math" panose="02040503050406030204" pitchFamily="18" charset="0"/>
                              <a:ea typeface="Cambria Math" panose="02040503050406030204" pitchFamily="18" charset="0"/>
                              <a:cs typeface="Arial" panose="020B0604020202020204" pitchFamily="34" charset="0"/>
                            </a:rPr>
                            <m:t>𝑇</m:t>
                          </m:r>
                        </m:sup>
                      </m:sSup>
                    </m:oMath>
                    <m:oMath xmlns:m="http://schemas.openxmlformats.org/officeDocument/2006/math">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sSup>
                        <m:sSupPr>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i="1">
                                        <a:latin typeface="Cambria Math" panose="02040503050406030204" pitchFamily="18" charset="0"/>
                                        <a:ea typeface="Cambria Math" panose="02040503050406030204" pitchFamily="18" charset="0"/>
                                        <a:cs typeface="Arial" panose="020B0604020202020204" pitchFamily="34" charset="0"/>
                                      </a:rPr>
                                      <m:t>0</m:t>
                                    </m:r>
                                    <m:r>
                                      <a:rPr lang="en-US" altLang="zh-CN" sz="2400" i="1">
                                        <a:latin typeface="Cambria Math" panose="02040503050406030204" pitchFamily="18" charset="0"/>
                                        <a:ea typeface="Cambria Math" panose="02040503050406030204" pitchFamily="18" charset="0"/>
                                        <a:cs typeface="Arial" panose="020B0604020202020204" pitchFamily="34" charset="0"/>
                                      </a:rPr>
                                      <m:t>.</m:t>
                                    </m:r>
                                    <m:r>
                                      <a:rPr lang="en-US" altLang="zh-CN" sz="2400" b="0" i="1" smtClean="0">
                                        <a:latin typeface="Cambria Math" panose="02040503050406030204" pitchFamily="18" charset="0"/>
                                        <a:ea typeface="Cambria Math" panose="02040503050406030204" pitchFamily="18" charset="0"/>
                                        <a:cs typeface="Arial" panose="020B0604020202020204" pitchFamily="34" charset="0"/>
                                      </a:rPr>
                                      <m:t>6</m:t>
                                    </m:r>
                                  </m:e>
                                </m:mr>
                                <m:mr>
                                  <m:e>
                                    <m:r>
                                      <a:rPr lang="en-US" altLang="zh-CN" sz="2400" i="1">
                                        <a:latin typeface="Cambria Math" panose="02040503050406030204" pitchFamily="18" charset="0"/>
                                        <a:ea typeface="Cambria Math" panose="02040503050406030204" pitchFamily="18" charset="0"/>
                                        <a:cs typeface="Arial" panose="020B0604020202020204" pitchFamily="34" charset="0"/>
                                      </a:rPr>
                                      <m:t>0.</m:t>
                                    </m:r>
                                    <m:r>
                                      <a:rPr lang="en-US" altLang="zh-CN" sz="2400" b="0" i="1" smtClean="0">
                                        <a:latin typeface="Cambria Math" panose="02040503050406030204" pitchFamily="18" charset="0"/>
                                        <a:ea typeface="Cambria Math" panose="02040503050406030204" pitchFamily="18" charset="0"/>
                                        <a:cs typeface="Arial" panose="020B0604020202020204" pitchFamily="34" charset="0"/>
                                      </a:rPr>
                                      <m:t>2</m:t>
                                    </m:r>
                                  </m:e>
                                </m:mr>
                                <m:mr>
                                  <m:e>
                                    <m:r>
                                      <a:rPr lang="en-US" altLang="zh-CN" sz="2400" i="1">
                                        <a:latin typeface="Cambria Math" panose="02040503050406030204" pitchFamily="18" charset="0"/>
                                        <a:ea typeface="Cambria Math" panose="02040503050406030204" pitchFamily="18" charset="0"/>
                                        <a:cs typeface="Arial" panose="020B0604020202020204" pitchFamily="34" charset="0"/>
                                      </a:rPr>
                                      <m:t>0.</m:t>
                                    </m:r>
                                    <m:r>
                                      <a:rPr lang="en-US" altLang="zh-CN" sz="2400" b="0" i="1" smtClean="0">
                                        <a:latin typeface="Cambria Math" panose="02040503050406030204" pitchFamily="18" charset="0"/>
                                        <a:ea typeface="Cambria Math" panose="02040503050406030204" pitchFamily="18" charset="0"/>
                                        <a:cs typeface="Arial" panose="020B0604020202020204" pitchFamily="34" charset="0"/>
                                      </a:rPr>
                                      <m:t>2</m:t>
                                    </m:r>
                                  </m:e>
                                </m:mr>
                              </m:m>
                            </m:e>
                          </m:d>
                        </m:e>
                        <m:sup>
                          <m:r>
                            <a:rPr lang="en-US" altLang="zh-CN" sz="2400" i="1">
                              <a:latin typeface="Cambria Math" panose="02040503050406030204" pitchFamily="18" charset="0"/>
                              <a:ea typeface="Cambria Math" panose="02040503050406030204" pitchFamily="18" charset="0"/>
                              <a:cs typeface="Arial" panose="020B0604020202020204" pitchFamily="34" charset="0"/>
                            </a:rPr>
                            <m:t>𝑇</m:t>
                          </m:r>
                        </m:sup>
                      </m:sSup>
                      <m:r>
                        <m:rPr>
                          <m:nor/>
                        </m:rPr>
                        <a:rPr lang="zh-CN" altLang="en-US" sz="2400"/>
                        <m:t>⊙</m:t>
                      </m:r>
                      <m:sSup>
                        <m:sSupPr>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latin typeface="Cambria Math" panose="02040503050406030204" pitchFamily="18" charset="0"/>
                                      <a:ea typeface="Cambria Math" panose="02040503050406030204" pitchFamily="18" charset="0"/>
                                      <a:cs typeface="Arial" panose="020B0604020202020204" pitchFamily="34" charset="0"/>
                                    </a:rPr>
                                  </m:ctrlPr>
                                </m:mPr>
                                <m:mr>
                                  <m:e>
                                    <m:r>
                                      <a:rPr lang="en-US" altLang="zh-CN" sz="2400" i="1">
                                        <a:latin typeface="Cambria Math" panose="02040503050406030204" pitchFamily="18" charset="0"/>
                                        <a:ea typeface="Gadugi" panose="020B0502040204020203" pitchFamily="34" charset="0"/>
                                        <a:cs typeface="Arial" panose="020B0604020202020204" pitchFamily="34" charset="0"/>
                                      </a:rPr>
                                      <m:t>1/3</m:t>
                                    </m:r>
                                  </m:e>
                                </m:mr>
                                <m:mr>
                                  <m:e>
                                    <m:r>
                                      <a:rPr lang="en-US" altLang="zh-CN" sz="2400" i="1">
                                        <a:latin typeface="Cambria Math" panose="02040503050406030204" pitchFamily="18" charset="0"/>
                                        <a:ea typeface="Gadugi" panose="020B0502040204020203" pitchFamily="34" charset="0"/>
                                        <a:cs typeface="Arial" panose="020B0604020202020204" pitchFamily="34" charset="0"/>
                                      </a:rPr>
                                      <m:t>1/2</m:t>
                                    </m:r>
                                  </m:e>
                                </m:mr>
                                <m:mr>
                                  <m:e>
                                    <m:r>
                                      <a:rPr lang="en-US" altLang="zh-CN" sz="2400" i="1">
                                        <a:latin typeface="Cambria Math" panose="02040503050406030204" pitchFamily="18" charset="0"/>
                                        <a:ea typeface="Gadugi" panose="020B0502040204020203" pitchFamily="34" charset="0"/>
                                        <a:cs typeface="Arial" panose="020B0604020202020204" pitchFamily="34" charset="0"/>
                                      </a:rPr>
                                      <m:t>1/2</m:t>
                                    </m:r>
                                  </m:e>
                                </m:mr>
                              </m:m>
                            </m:e>
                          </m:d>
                        </m:e>
                        <m:sup>
                          <m:r>
                            <a:rPr lang="en-US" altLang="zh-CN" sz="2400" i="1">
                              <a:latin typeface="Cambria Math" panose="02040503050406030204" pitchFamily="18" charset="0"/>
                              <a:ea typeface="Cambria Math" panose="02040503050406030204" pitchFamily="18" charset="0"/>
                              <a:cs typeface="Arial" panose="020B0604020202020204" pitchFamily="34" charset="0"/>
                            </a:rPr>
                            <m:t>𝑇</m:t>
                          </m:r>
                        </m:sup>
                      </m:sSup>
                    </m:oMath>
                    <m:oMath xmlns:m="http://schemas.openxmlformats.org/officeDocument/2006/math">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sSup>
                        <m:sSupPr>
                          <m:ctrl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solidFill>
                                        <a:schemeClr val="tx1"/>
                                      </a:solidFill>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b="0" i="1">
                                        <a:solidFill>
                                          <a:schemeClr val="tx1"/>
                                        </a:solidFill>
                                        <a:latin typeface="Cambria Math" panose="02040503050406030204" pitchFamily="18" charset="0"/>
                                        <a:ea typeface="Cambria Math" panose="02040503050406030204" pitchFamily="18" charset="0"/>
                                        <a:cs typeface="Arial" panose="020B0604020202020204" pitchFamily="34" charset="0"/>
                                      </a:rPr>
                                      <m:t>0</m:t>
                                    </m:r>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.2</m:t>
                                    </m:r>
                                  </m:e>
                                </m:mr>
                                <m:mr>
                                  <m:e>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0.1</m:t>
                                    </m:r>
                                  </m:e>
                                </m:mr>
                                <m:mr>
                                  <m:e>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0.1</m:t>
                                    </m:r>
                                  </m:e>
                                </m:mr>
                              </m:m>
                            </m:e>
                          </m:d>
                        </m:e>
                        <m:sup>
                          <m:r>
                            <a:rPr lang="en-US" altLang="zh-CN" sz="2400" b="0" i="1">
                              <a:solidFill>
                                <a:schemeClr val="tx1"/>
                              </a:solidFill>
                              <a:latin typeface="Cambria Math" panose="02040503050406030204" pitchFamily="18" charset="0"/>
                              <a:ea typeface="Cambria Math" panose="02040503050406030204" pitchFamily="18" charset="0"/>
                              <a:cs typeface="Arial" panose="020B0604020202020204" pitchFamily="34" charset="0"/>
                            </a:rPr>
                            <m:t>𝑇</m:t>
                          </m:r>
                        </m:sup>
                      </m:sSup>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groupChr>
                        <m:groupChrPr>
                          <m:chr m:val="⇒"/>
                          <m:vertJc m:val="bot"/>
                          <m:ctrlPr>
                            <a:rPr lang="en-US" altLang="zh-CN" sz="24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groupChrPr>
                        <m:e>
                          <m:r>
                            <m:rPr>
                              <m:sty m:val="p"/>
                              <m:brk m:alnAt="2"/>
                            </m:rPr>
                            <a:rPr lang="en-US" altLang="zh-CN" sz="2400" b="0" i="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normalize</m:t>
                          </m:r>
                        </m:e>
                      </m:groupChr>
                      <m:r>
                        <a:rPr lang="en-US" altLang="zh-CN" sz="24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sSup>
                        <m:sSupPr>
                          <m:ctrlPr>
                            <a:rPr lang="en-US" altLang="zh-CN" sz="240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2400" i="1">
                                  <a:solidFill>
                                    <a:srgbClr val="FF0000"/>
                                  </a:solidFill>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sz="2400" i="1">
                                      <a:solidFill>
                                        <a:srgbClr val="FF0000"/>
                                      </a:solidFill>
                                      <a:latin typeface="Cambria Math" panose="02040503050406030204" pitchFamily="18" charset="0"/>
                                      <a:ea typeface="Cambria Math" panose="02040503050406030204" pitchFamily="18" charset="0"/>
                                      <a:cs typeface="Arial" panose="020B0604020202020204" pitchFamily="34" charset="0"/>
                                    </a:rPr>
                                  </m:ctrlPr>
                                </m:mPr>
                                <m:mr>
                                  <m:e>
                                    <m:r>
                                      <m:rPr>
                                        <m:brk m:alnAt="7"/>
                                      </m:rPr>
                                      <a:rPr lang="en-US" altLang="zh-CN" sz="2400" b="0" i="1">
                                        <a:solidFill>
                                          <a:srgbClr val="FF0000"/>
                                        </a:solidFill>
                                        <a:latin typeface="Cambria Math" panose="02040503050406030204" pitchFamily="18" charset="0"/>
                                        <a:ea typeface="Cambria Math" panose="02040503050406030204" pitchFamily="18" charset="0"/>
                                        <a:cs typeface="Arial" panose="020B0604020202020204" pitchFamily="34" charset="0"/>
                                      </a:rPr>
                                      <m:t>0</m:t>
                                    </m:r>
                                    <m:r>
                                      <a:rPr lang="en-US" altLang="zh-CN" sz="2400" b="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US" altLang="zh-CN" sz="24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5</m:t>
                                    </m:r>
                                  </m:e>
                                </m:mr>
                                <m:mr>
                                  <m:e>
                                    <m:r>
                                      <a:rPr lang="en-US" altLang="zh-CN" sz="2400" b="0" i="1">
                                        <a:solidFill>
                                          <a:srgbClr val="FF0000"/>
                                        </a:solidFill>
                                        <a:latin typeface="Cambria Math" panose="02040503050406030204" pitchFamily="18" charset="0"/>
                                        <a:ea typeface="Cambria Math" panose="02040503050406030204" pitchFamily="18" charset="0"/>
                                        <a:cs typeface="Arial" panose="020B0604020202020204" pitchFamily="34" charset="0"/>
                                      </a:rPr>
                                      <m:t>0.</m:t>
                                    </m:r>
                                    <m:r>
                                      <a:rPr lang="en-US" altLang="zh-CN" sz="24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25</m:t>
                                    </m:r>
                                  </m:e>
                                </m:mr>
                                <m:mr>
                                  <m:e>
                                    <m:r>
                                      <a:rPr lang="en-US" altLang="zh-CN" sz="2400" b="0" i="1">
                                        <a:solidFill>
                                          <a:srgbClr val="FF0000"/>
                                        </a:solidFill>
                                        <a:latin typeface="Cambria Math" panose="02040503050406030204" pitchFamily="18" charset="0"/>
                                        <a:ea typeface="Cambria Math" panose="02040503050406030204" pitchFamily="18" charset="0"/>
                                        <a:cs typeface="Arial" panose="020B0604020202020204" pitchFamily="34" charset="0"/>
                                      </a:rPr>
                                      <m:t>0.</m:t>
                                    </m:r>
                                    <m:r>
                                      <a:rPr lang="en-US" altLang="zh-CN" sz="2400"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25</m:t>
                                    </m:r>
                                  </m:e>
                                </m:mr>
                              </m:m>
                            </m:e>
                          </m:d>
                        </m:e>
                        <m:sup>
                          <m:r>
                            <a:rPr lang="en-US" altLang="zh-CN" sz="2400" b="0" i="1">
                              <a:solidFill>
                                <a:srgbClr val="FF0000"/>
                              </a:solidFill>
                              <a:latin typeface="Cambria Math" panose="02040503050406030204" pitchFamily="18" charset="0"/>
                              <a:ea typeface="Cambria Math" panose="02040503050406030204" pitchFamily="18" charset="0"/>
                              <a:cs typeface="Arial" panose="020B0604020202020204" pitchFamily="34" charset="0"/>
                            </a:rPr>
                            <m:t>𝑇</m:t>
                          </m:r>
                        </m:sup>
                      </m:sSup>
                    </m:oMath>
                  </m:oMathPara>
                </a14:m>
                <a:endParaRPr lang="en-US" altLang="zh-CN" sz="2400" dirty="0">
                  <a:solidFill>
                    <a:schemeClr val="tx1"/>
                  </a:solidFill>
                  <a:latin typeface="Arial" panose="020B0604020202020204" pitchFamily="34" charset="0"/>
                  <a:ea typeface="Gadugi" panose="020B0502040204020203" pitchFamily="34" charset="0"/>
                  <a:cs typeface="Arial" panose="020B0604020202020204" pitchFamily="34" charset="0"/>
                </a:endParaRPr>
              </a:p>
            </p:txBody>
          </p:sp>
        </mc:Choice>
        <mc:Fallback>
          <p:sp>
            <p:nvSpPr>
              <p:cNvPr id="6" name="Rectangle 2">
                <a:extLst>
                  <a:ext uri="{FF2B5EF4-FFF2-40B4-BE49-F238E27FC236}">
                    <a16:creationId xmlns:a16="http://schemas.microsoft.com/office/drawing/2014/main" id="{BF12FEF7-B749-2841-1484-004AB95F9A27}"/>
                  </a:ext>
                </a:extLst>
              </p:cNvPr>
              <p:cNvSpPr>
                <a:spLocks noRot="1" noChangeAspect="1" noMove="1" noResize="1" noEditPoints="1" noAdjustHandles="1" noChangeArrowheads="1" noChangeShapeType="1" noTextEdit="1"/>
              </p:cNvSpPr>
              <p:nvPr/>
            </p:nvSpPr>
            <p:spPr bwMode="auto">
              <a:xfrm>
                <a:off x="206072" y="2576987"/>
                <a:ext cx="8205194" cy="3939796"/>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D48FC085-EE58-E702-B60A-8DB1BC8A2412}"/>
              </a:ext>
            </a:extLst>
          </p:cNvPr>
          <p:cNvPicPr>
            <a:picLocks noChangeAspect="1"/>
          </p:cNvPicPr>
          <p:nvPr/>
        </p:nvPicPr>
        <p:blipFill>
          <a:blip r:embed="rId5"/>
          <a:stretch>
            <a:fillRect/>
          </a:stretch>
        </p:blipFill>
        <p:spPr>
          <a:xfrm>
            <a:off x="8778635" y="4379198"/>
            <a:ext cx="2343270" cy="2349621"/>
          </a:xfrm>
          <a:prstGeom prst="rect">
            <a:avLst/>
          </a:prstGeom>
        </p:spPr>
      </p:pic>
    </p:spTree>
    <p:extLst>
      <p:ext uri="{BB962C8B-B14F-4D97-AF65-F5344CB8AC3E}">
        <p14:creationId xmlns:p14="http://schemas.microsoft.com/office/powerpoint/2010/main" val="734616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93797-1AB7-ED1C-660A-DBF1AEDDAC9F}"/>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DF8E3A27-E4A1-B01D-EB8E-43304FAC973F}"/>
              </a:ext>
            </a:extLst>
          </p:cNvPr>
          <p:cNvSpPr>
            <a:spLocks noChangeArrowheads="1"/>
          </p:cNvSpPr>
          <p:nvPr/>
        </p:nvSpPr>
        <p:spPr bwMode="auto">
          <a:xfrm>
            <a:off x="1975144" y="11699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QUIZ 04</a:t>
            </a:r>
          </a:p>
        </p:txBody>
      </p:sp>
      <p:sp>
        <p:nvSpPr>
          <p:cNvPr id="4" name="Rectangle 2">
            <a:extLst>
              <a:ext uri="{FF2B5EF4-FFF2-40B4-BE49-F238E27FC236}">
                <a16:creationId xmlns:a16="http://schemas.microsoft.com/office/drawing/2014/main" id="{A4C17730-0BEB-B484-D23A-96434A21BF13}"/>
              </a:ext>
            </a:extLst>
          </p:cNvPr>
          <p:cNvSpPr>
            <a:spLocks noChangeArrowheads="1"/>
          </p:cNvSpPr>
          <p:nvPr/>
        </p:nvSpPr>
        <p:spPr bwMode="auto">
          <a:xfrm>
            <a:off x="285623" y="1040323"/>
            <a:ext cx="11620751" cy="142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b="1" dirty="0">
                <a:latin typeface="Arial" panose="020B0604020202020204" pitchFamily="34" charset="0"/>
                <a:cs typeface="Arial" panose="020B0604020202020204" pitchFamily="34" charset="0"/>
              </a:rPr>
              <a:t>Part 4: </a:t>
            </a:r>
            <a:r>
              <a:rPr lang="en-US" altLang="zh-CN" sz="2000" dirty="0">
                <a:latin typeface="Arial" panose="020B0604020202020204" pitchFamily="34" charset="0"/>
                <a:cs typeface="Arial" panose="020B0604020202020204" pitchFamily="34" charset="0"/>
              </a:rPr>
              <a:t>On the first day of winter break, you decide to do nothing but play this game. You are ecstatic whenever you are using server </a:t>
            </a:r>
            <a:r>
              <a:rPr lang="el-GR" altLang="zh-CN" sz="2000" dirty="0">
                <a:latin typeface="Arial" panose="020B0604020202020204" pitchFamily="34" charset="0"/>
                <a:cs typeface="Arial" panose="020B0604020202020204" pitchFamily="34" charset="0"/>
              </a:rPr>
              <a:t>α</a:t>
            </a:r>
            <a:r>
              <a:rPr lang="en-US" altLang="zh-CN" sz="2000" dirty="0">
                <a:latin typeface="Arial" panose="020B0604020202020204" pitchFamily="34" charset="0"/>
                <a:cs typeface="Arial" panose="020B0604020202020204" pitchFamily="34" charset="0"/>
              </a:rPr>
              <a:t> and frustrated when using the other servers.</a:t>
            </a:r>
            <a:r>
              <a:rPr lang="en-US" altLang="zh-CN" sz="2000" b="1" dirty="0">
                <a:latin typeface="Arial" panose="020B0604020202020204" pitchFamily="34" charset="0"/>
                <a:cs typeface="Arial" panose="020B0604020202020204" pitchFamily="34" charset="0"/>
              </a:rPr>
              <a:t> What fraction of the time will you spend being ecstatic?</a:t>
            </a:r>
            <a:endParaRPr lang="en-US" altLang="zh-CN" sz="2000" dirty="0">
              <a:latin typeface="Arial" panose="020B0604020202020204" pitchFamily="34" charset="0"/>
              <a:ea typeface="Gadugi" panose="020B0502040204020203" pitchFamily="34" charset="0"/>
              <a:cs typeface="Arial" panose="020B0604020202020204" pitchFamily="34" charset="0"/>
            </a:endParaRPr>
          </a:p>
        </p:txBody>
      </p:sp>
      <p:pic>
        <p:nvPicPr>
          <p:cNvPr id="10" name="图片 9">
            <a:extLst>
              <a:ext uri="{FF2B5EF4-FFF2-40B4-BE49-F238E27FC236}">
                <a16:creationId xmlns:a16="http://schemas.microsoft.com/office/drawing/2014/main" id="{A819C6D3-F38C-978A-D47D-5463EAE406F9}"/>
              </a:ext>
            </a:extLst>
          </p:cNvPr>
          <p:cNvPicPr>
            <a:picLocks noChangeAspect="1"/>
          </p:cNvPicPr>
          <p:nvPr/>
        </p:nvPicPr>
        <p:blipFill>
          <a:blip r:embed="rId2"/>
          <a:stretch>
            <a:fillRect/>
          </a:stretch>
        </p:blipFill>
        <p:spPr>
          <a:xfrm>
            <a:off x="8778635" y="4379198"/>
            <a:ext cx="2343270" cy="2349621"/>
          </a:xfrm>
          <a:prstGeom prst="rect">
            <a:avLst/>
          </a:prstGeom>
        </p:spPr>
      </p:pic>
      <p:sp>
        <p:nvSpPr>
          <p:cNvPr id="2" name="Rectangle 2">
            <a:extLst>
              <a:ext uri="{FF2B5EF4-FFF2-40B4-BE49-F238E27FC236}">
                <a16:creationId xmlns:a16="http://schemas.microsoft.com/office/drawing/2014/main" id="{B79023E1-A437-5CD4-32A4-D932F9FD8B1B}"/>
              </a:ext>
            </a:extLst>
          </p:cNvPr>
          <p:cNvSpPr>
            <a:spLocks noChangeArrowheads="1"/>
          </p:cNvSpPr>
          <p:nvPr/>
        </p:nvSpPr>
        <p:spPr bwMode="auto">
          <a:xfrm>
            <a:off x="285622" y="2555794"/>
            <a:ext cx="11620751" cy="49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dirty="0">
                <a:solidFill>
                  <a:srgbClr val="7030A0"/>
                </a:solidFill>
                <a:latin typeface="Arial" panose="020B0604020202020204" pitchFamily="34" charset="0"/>
                <a:ea typeface="Gadugi" panose="020B0502040204020203" pitchFamily="34" charset="0"/>
                <a:cs typeface="Arial" panose="020B0604020202020204" pitchFamily="34" charset="0"/>
              </a:rPr>
              <a:t>This is to say what is the probability for </a:t>
            </a:r>
            <a:r>
              <a:rPr lang="el-GR" altLang="zh-CN" sz="2000" dirty="0">
                <a:solidFill>
                  <a:srgbClr val="7030A0"/>
                </a:solidFill>
                <a:latin typeface="Arial" panose="020B0604020202020204" pitchFamily="34" charset="0"/>
                <a:ea typeface="Gadugi" panose="020B0502040204020203" pitchFamily="34" charset="0"/>
                <a:cs typeface="Arial" panose="020B0604020202020204" pitchFamily="34" charset="0"/>
              </a:rPr>
              <a:t>α</a:t>
            </a:r>
            <a:r>
              <a:rPr lang="en-US" altLang="zh-CN" sz="2000" dirty="0">
                <a:solidFill>
                  <a:srgbClr val="7030A0"/>
                </a:solidFill>
                <a:latin typeface="Arial" panose="020B0604020202020204" pitchFamily="34" charset="0"/>
                <a:ea typeface="Gadugi" panose="020B0502040204020203" pitchFamily="34" charset="0"/>
                <a:cs typeface="Arial" panose="020B0604020202020204" pitchFamily="34" charset="0"/>
              </a:rPr>
              <a:t> in stationary distribution.</a:t>
            </a: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19370466-8FAB-5CC0-958F-005A9A14E1FE}"/>
                  </a:ext>
                </a:extLst>
              </p:cNvPr>
              <p:cNvSpPr txBox="1"/>
              <p:nvPr/>
            </p:nvSpPr>
            <p:spPr>
              <a:xfrm>
                <a:off x="328517" y="3197173"/>
                <a:ext cx="6094990" cy="463653"/>
              </a:xfrm>
              <a:prstGeom prst="rect">
                <a:avLst/>
              </a:prstGeom>
              <a:noFill/>
            </p:spPr>
            <p:txBody>
              <a:bodyPr wrap="square">
                <a:spAutoFit/>
              </a:bodyPr>
              <a:lstStyle/>
              <a:p>
                <a:pPr>
                  <a:lnSpc>
                    <a:spcPct val="150000"/>
                  </a:lnSpc>
                </a:pPr>
                <a14:m>
                  <m:oMath xmlns:m="http://schemas.openxmlformats.org/officeDocument/2006/math">
                    <m:r>
                      <a:rPr lang="it-IT" altLang="zh-CN" i="1" smtClean="0">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b="0" i="1" smtClean="0">
                        <a:latin typeface="Cambria Math" panose="02040503050406030204" pitchFamily="18" charset="0"/>
                        <a:ea typeface="Gadugi" panose="020B0502040204020203" pitchFamily="34" charset="0"/>
                        <a:cs typeface="Arial" panose="020B0604020202020204" pitchFamily="34" charset="0"/>
                      </a:rPr>
                      <m:t>𝐴</m:t>
                    </m:r>
                  </m:oMath>
                </a14:m>
                <a:r>
                  <a:rPr lang="en-US" altLang="zh-CN" dirty="0">
                    <a:latin typeface="Arial" panose="020B0604020202020204" pitchFamily="34" charset="0"/>
                    <a:ea typeface="Gadugi" panose="020B0502040204020203" pitchFamily="34" charset="0"/>
                    <a:cs typeface="Arial" panose="020B0604020202020204" pitchFamily="34" charset="0"/>
                  </a:rPr>
                  <a:t>  </a:t>
                </a:r>
                <a:r>
                  <a:rPr lang="en-US" altLang="zh-CN" b="1" dirty="0">
                    <a:latin typeface="Arial" panose="020B0604020202020204" pitchFamily="34" charset="0"/>
                    <a:ea typeface="Gadugi" panose="020B0502040204020203" pitchFamily="34" charset="0"/>
                    <a:cs typeface="Arial" panose="020B0604020202020204" pitchFamily="34" charset="0"/>
                  </a:rPr>
                  <a:t>and</a:t>
                </a:r>
                <a:r>
                  <a:rPr lang="it-IT" altLang="zh-CN" dirty="0">
                    <a:ea typeface="Gadugi" panose="020B0502040204020203" pitchFamily="34" charset="0"/>
                    <a:cs typeface="Arial" panose="020B0604020202020204" pitchFamily="34" charset="0"/>
                  </a:rPr>
                  <a:t> </a:t>
                </a:r>
                <a14:m>
                  <m:oMath xmlns:m="http://schemas.openxmlformats.org/officeDocument/2006/math">
                    <m:nary>
                      <m:naryPr>
                        <m:chr m:val="∑"/>
                        <m:supHide m:val="on"/>
                        <m:ctrlPr>
                          <a:rPr lang="it-IT" altLang="zh-CN" i="1" smtClean="0">
                            <a:latin typeface="Cambria Math" panose="02040503050406030204" pitchFamily="18" charset="0"/>
                            <a:ea typeface="Gadugi" panose="020B0502040204020203" pitchFamily="34" charset="0"/>
                            <a:cs typeface="Arial" panose="020B0604020202020204" pitchFamily="34" charset="0"/>
                          </a:rPr>
                        </m:ctrlPr>
                      </m:naryPr>
                      <m:sub>
                        <m:r>
                          <m:rPr>
                            <m:brk m:alnAt="7"/>
                          </m:rPr>
                          <a:rPr lang="en-US" altLang="zh-CN" i="1">
                            <a:latin typeface="Cambria Math" panose="02040503050406030204" pitchFamily="18" charset="0"/>
                            <a:ea typeface="Gadugi" panose="020B0502040204020203" pitchFamily="34" charset="0"/>
                            <a:cs typeface="Arial" panose="020B0604020202020204" pitchFamily="34" charset="0"/>
                          </a:rPr>
                          <m:t>𝑠</m:t>
                        </m:r>
                        <m:r>
                          <a:rPr lang="en-US" altLang="zh-CN" i="1">
                            <a:latin typeface="Cambria Math" panose="02040503050406030204" pitchFamily="18" charset="0"/>
                            <a:ea typeface="Gadugi" panose="020B0502040204020203" pitchFamily="34" charset="0"/>
                            <a:cs typeface="Arial" panose="020B0604020202020204" pitchFamily="34" charset="0"/>
                          </a:rPr>
                          <m:t>∈</m:t>
                        </m:r>
                        <m:r>
                          <a:rPr lang="en-US" altLang="zh-CN" b="0" i="1" smtClean="0">
                            <a:latin typeface="Cambria Math" panose="02040503050406030204" pitchFamily="18" charset="0"/>
                            <a:ea typeface="Gadugi" panose="020B0502040204020203" pitchFamily="34" charset="0"/>
                            <a:cs typeface="Arial" panose="020B0604020202020204" pitchFamily="34" charset="0"/>
                          </a:rPr>
                          <m:t>𝑆</m:t>
                        </m:r>
                      </m:sub>
                      <m:sup/>
                      <m:e>
                        <m:r>
                          <a:rPr lang="it-IT" altLang="zh-CN" i="1">
                            <a:latin typeface="Cambria Math" panose="02040503050406030204" pitchFamily="18" charset="0"/>
                            <a:ea typeface="Gadugi" panose="020B0502040204020203" pitchFamily="34" charset="0"/>
                            <a:cs typeface="Arial" panose="020B0604020202020204" pitchFamily="34" charset="0"/>
                          </a:rPr>
                          <m:t>𝜋</m:t>
                        </m:r>
                      </m:e>
                    </m:nary>
                    <m:d>
                      <m:dPr>
                        <m:ctrlPr>
                          <a:rPr lang="en-US" altLang="zh-CN" b="0" i="1" smtClean="0">
                            <a:latin typeface="Cambria Math" panose="02040503050406030204" pitchFamily="18" charset="0"/>
                            <a:ea typeface="Gadugi" panose="020B0502040204020203" pitchFamily="34" charset="0"/>
                            <a:cs typeface="Arial" panose="020B0604020202020204" pitchFamily="34" charset="0"/>
                          </a:rPr>
                        </m:ctrlPr>
                      </m:dPr>
                      <m:e>
                        <m:r>
                          <a:rPr lang="en-US" altLang="zh-CN" b="0" i="1" smtClean="0">
                            <a:latin typeface="Cambria Math" panose="02040503050406030204" pitchFamily="18" charset="0"/>
                            <a:ea typeface="Gadugi" panose="020B0502040204020203" pitchFamily="34" charset="0"/>
                            <a:cs typeface="Arial" panose="020B0604020202020204" pitchFamily="34" charset="0"/>
                          </a:rPr>
                          <m:t>𝑠</m:t>
                        </m:r>
                      </m:e>
                    </m:d>
                    <m:r>
                      <a:rPr lang="en-US" altLang="zh-CN" b="0" i="1" smtClean="0">
                        <a:latin typeface="Cambria Math" panose="02040503050406030204" pitchFamily="18" charset="0"/>
                        <a:ea typeface="Gadugi" panose="020B0502040204020203" pitchFamily="34" charset="0"/>
                        <a:cs typeface="Arial" panose="020B0604020202020204" pitchFamily="34" charset="0"/>
                      </a:rPr>
                      <m:t>=1</m:t>
                    </m:r>
                  </m:oMath>
                </a14:m>
                <a:endParaRPr lang="en-US" altLang="zh-CN" dirty="0">
                  <a:latin typeface="Arial" panose="020B0604020202020204" pitchFamily="34" charset="0"/>
                  <a:ea typeface="Gadugi" panose="020B0502040204020203" pitchFamily="34" charset="0"/>
                  <a:cs typeface="Arial" panose="020B0604020202020204" pitchFamily="34" charset="0"/>
                </a:endParaRPr>
              </a:p>
            </p:txBody>
          </p:sp>
        </mc:Choice>
        <mc:Fallback>
          <p:sp>
            <p:nvSpPr>
              <p:cNvPr id="7" name="文本框 6">
                <a:extLst>
                  <a:ext uri="{FF2B5EF4-FFF2-40B4-BE49-F238E27FC236}">
                    <a16:creationId xmlns:a16="http://schemas.microsoft.com/office/drawing/2014/main" id="{19370466-8FAB-5CC0-958F-005A9A14E1FE}"/>
                  </a:ext>
                </a:extLst>
              </p:cNvPr>
              <p:cNvSpPr txBox="1">
                <a:spLocks noRot="1" noChangeAspect="1" noMove="1" noResize="1" noEditPoints="1" noAdjustHandles="1" noChangeArrowheads="1" noChangeShapeType="1" noTextEdit="1"/>
              </p:cNvSpPr>
              <p:nvPr/>
            </p:nvSpPr>
            <p:spPr>
              <a:xfrm>
                <a:off x="328517" y="3197173"/>
                <a:ext cx="6094990" cy="463653"/>
              </a:xfrm>
              <a:prstGeom prst="rect">
                <a:avLst/>
              </a:prstGeom>
              <a:blipFill>
                <a:blip r:embed="rId3"/>
                <a:stretch>
                  <a:fillRect t="-74026" b="-1454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0FF39541-0F5D-6B1F-403E-0C0CF8867AFC}"/>
                  </a:ext>
                </a:extLst>
              </p:cNvPr>
              <p:cNvSpPr txBox="1"/>
              <p:nvPr/>
            </p:nvSpPr>
            <p:spPr>
              <a:xfrm>
                <a:off x="285622" y="3805209"/>
                <a:ext cx="8228593" cy="293747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it-IT" altLang="zh-CN" sz="1800" i="1" smtClean="0">
                          <a:latin typeface="Cambria Math" panose="02040503050406030204" pitchFamily="18" charset="0"/>
                          <a:ea typeface="Gadugi" panose="020B0502040204020203" pitchFamily="34" charset="0"/>
                          <a:cs typeface="Arial" panose="020B0604020202020204" pitchFamily="34" charset="0"/>
                        </a:rPr>
                        <m:t>𝜋</m:t>
                      </m:r>
                      <m:r>
                        <a:rPr lang="en-US" altLang="zh-CN" sz="1800" i="1">
                          <a:latin typeface="Cambria Math" panose="02040503050406030204" pitchFamily="18" charset="0"/>
                          <a:ea typeface="Gadugi" panose="020B0502040204020203" pitchFamily="34" charset="0"/>
                          <a:cs typeface="Arial" panose="020B0604020202020204" pitchFamily="34" charset="0"/>
                        </a:rPr>
                        <m:t>=</m:t>
                      </m:r>
                      <m:r>
                        <a:rPr lang="it-IT" altLang="zh-CN" sz="1800" i="1">
                          <a:latin typeface="Cambria Math" panose="02040503050406030204" pitchFamily="18" charset="0"/>
                          <a:ea typeface="Gadugi" panose="020B0502040204020203" pitchFamily="34" charset="0"/>
                          <a:cs typeface="Arial" panose="020B0604020202020204" pitchFamily="34" charset="0"/>
                        </a:rPr>
                        <m:t>𝜋</m:t>
                      </m:r>
                      <m:r>
                        <a:rPr lang="en-US" altLang="zh-CN" sz="1800" i="1">
                          <a:latin typeface="Cambria Math" panose="02040503050406030204" pitchFamily="18" charset="0"/>
                          <a:ea typeface="Gadugi" panose="020B0502040204020203" pitchFamily="34" charset="0"/>
                          <a:cs typeface="Arial" panose="020B0604020202020204" pitchFamily="34" charset="0"/>
                        </a:rPr>
                        <m:t>𝐴</m:t>
                      </m:r>
                      <m:r>
                        <a:rPr lang="en-US" altLang="zh-CN" sz="1800" b="0" i="1" smtClean="0">
                          <a:latin typeface="Cambria Math" panose="02040503050406030204" pitchFamily="18" charset="0"/>
                          <a:ea typeface="Gadugi" panose="020B0502040204020203" pitchFamily="34" charset="0"/>
                          <a:cs typeface="Arial" panose="020B0604020202020204" pitchFamily="34" charset="0"/>
                        </a:rPr>
                        <m:t>  </m:t>
                      </m:r>
                      <m:r>
                        <a:rPr lang="en-US" altLang="zh-CN" sz="180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sz="1800" i="1">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1800"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i="1">
                                      <a:latin typeface="Cambria Math" panose="02040503050406030204" pitchFamily="18" charset="0"/>
                                      <a:ea typeface="Cambria Math" panose="02040503050406030204" pitchFamily="18" charset="0"/>
                                      <a:cs typeface="Arial" panose="020B0604020202020204" pitchFamily="34" charset="0"/>
                                    </a:rPr>
                                  </m:ctrlPr>
                                </m:mPr>
                                <m:mr>
                                  <m:e>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zh-CN" altLang="en-US" i="1">
                                        <a:latin typeface="Cambria Math" panose="02040503050406030204" pitchFamily="18" charset="0"/>
                                        <a:ea typeface="Gadugi" panose="020B0502040204020203" pitchFamily="34" charset="0"/>
                                        <a:cs typeface="Arial" panose="020B0604020202020204" pitchFamily="34" charset="0"/>
                                      </a:rPr>
                                      <m:t>𝛼</m:t>
                                    </m:r>
                                    <m:r>
                                      <a:rPr lang="en-US" altLang="zh-CN" i="1">
                                        <a:latin typeface="Cambria Math" panose="02040503050406030204" pitchFamily="18" charset="0"/>
                                        <a:ea typeface="Gadugi" panose="020B0502040204020203" pitchFamily="34" charset="0"/>
                                        <a:cs typeface="Arial" panose="020B0604020202020204" pitchFamily="34" charset="0"/>
                                      </a:rPr>
                                      <m:t>)</m:t>
                                    </m:r>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zh-CN" altLang="en-US" i="1">
                                        <a:latin typeface="Cambria Math" panose="02040503050406030204" pitchFamily="18" charset="0"/>
                                        <a:ea typeface="Gadugi" panose="020B0502040204020203" pitchFamily="34" charset="0"/>
                                        <a:cs typeface="Arial" panose="020B0604020202020204" pitchFamily="34" charset="0"/>
                                      </a:rPr>
                                      <m:t>𝛽</m:t>
                                    </m:r>
                                    <m:r>
                                      <a:rPr lang="en-US" altLang="zh-CN" i="1">
                                        <a:latin typeface="Cambria Math" panose="02040503050406030204" pitchFamily="18" charset="0"/>
                                        <a:ea typeface="Gadugi" panose="020B0502040204020203" pitchFamily="34" charset="0"/>
                                        <a:cs typeface="Arial" panose="020B0604020202020204" pitchFamily="34" charset="0"/>
                                      </a:rPr>
                                      <m:t>)</m:t>
                                    </m:r>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zh-CN" altLang="en-US" i="1">
                                        <a:latin typeface="Cambria Math" panose="02040503050406030204" pitchFamily="18" charset="0"/>
                                        <a:ea typeface="Gadugi" panose="020B0502040204020203" pitchFamily="34" charset="0"/>
                                        <a:cs typeface="Arial" panose="020B0604020202020204" pitchFamily="34" charset="0"/>
                                      </a:rPr>
                                      <m:t>𝛾</m:t>
                                    </m:r>
                                    <m:r>
                                      <a:rPr lang="en-US" altLang="zh-CN" i="1">
                                        <a:latin typeface="Cambria Math" panose="02040503050406030204" pitchFamily="18" charset="0"/>
                                        <a:ea typeface="Gadugi" panose="020B0502040204020203" pitchFamily="34" charset="0"/>
                                        <a:cs typeface="Arial" panose="020B0604020202020204" pitchFamily="34" charset="0"/>
                                      </a:rPr>
                                      <m:t>)</m:t>
                                    </m:r>
                                  </m:e>
                                </m:mr>
                              </m:m>
                            </m:e>
                          </m:d>
                        </m:e>
                        <m:sup>
                          <m:r>
                            <a:rPr lang="en-US" altLang="zh-CN" sz="1800" i="1">
                              <a:latin typeface="Cambria Math" panose="02040503050406030204" pitchFamily="18" charset="0"/>
                              <a:ea typeface="Cambria Math" panose="02040503050406030204" pitchFamily="18" charset="0"/>
                              <a:cs typeface="Arial" panose="020B0604020202020204" pitchFamily="34" charset="0"/>
                            </a:rPr>
                            <m:t>𝑇</m:t>
                          </m:r>
                        </m:sup>
                      </m:sSup>
                      <m:r>
                        <a:rPr lang="en-US" altLang="zh-CN" sz="1800" b="0" i="1" smtClean="0">
                          <a:latin typeface="Cambria Math" panose="02040503050406030204" pitchFamily="18" charset="0"/>
                          <a:ea typeface="Gadugi" panose="020B0502040204020203" pitchFamily="34" charset="0"/>
                          <a:cs typeface="Arial" panose="020B0604020202020204" pitchFamily="34" charset="0"/>
                        </a:rPr>
                        <m:t>=</m:t>
                      </m:r>
                      <m:sSup>
                        <m:sSupPr>
                          <m:ctrlPr>
                            <a:rPr lang="en-US" altLang="zh-CN" sz="1800" i="1">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en-US" altLang="zh-CN" sz="1800"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i="1">
                                      <a:latin typeface="Cambria Math" panose="02040503050406030204" pitchFamily="18" charset="0"/>
                                      <a:ea typeface="Cambria Math" panose="02040503050406030204" pitchFamily="18" charset="0"/>
                                      <a:cs typeface="Arial" panose="020B0604020202020204" pitchFamily="34" charset="0"/>
                                    </a:rPr>
                                  </m:ctrlPr>
                                </m:mPr>
                                <m:mr>
                                  <m:e>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zh-CN" altLang="en-US" i="1">
                                        <a:latin typeface="Cambria Math" panose="02040503050406030204" pitchFamily="18" charset="0"/>
                                        <a:ea typeface="Gadugi" panose="020B0502040204020203" pitchFamily="34" charset="0"/>
                                        <a:cs typeface="Arial" panose="020B0604020202020204" pitchFamily="34" charset="0"/>
                                      </a:rPr>
                                      <m:t>𝛼</m:t>
                                    </m:r>
                                    <m:r>
                                      <a:rPr lang="en-US" altLang="zh-CN" i="1">
                                        <a:latin typeface="Cambria Math" panose="02040503050406030204" pitchFamily="18" charset="0"/>
                                        <a:ea typeface="Gadugi" panose="020B0502040204020203" pitchFamily="34" charset="0"/>
                                        <a:cs typeface="Arial" panose="020B0604020202020204" pitchFamily="34" charset="0"/>
                                      </a:rPr>
                                      <m:t>)</m:t>
                                    </m:r>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zh-CN" altLang="en-US" i="1">
                                        <a:latin typeface="Cambria Math" panose="02040503050406030204" pitchFamily="18" charset="0"/>
                                        <a:ea typeface="Gadugi" panose="020B0502040204020203" pitchFamily="34" charset="0"/>
                                        <a:cs typeface="Arial" panose="020B0604020202020204" pitchFamily="34" charset="0"/>
                                      </a:rPr>
                                      <m:t>𝛽</m:t>
                                    </m:r>
                                    <m:r>
                                      <a:rPr lang="en-US" altLang="zh-CN" i="1">
                                        <a:latin typeface="Cambria Math" panose="02040503050406030204" pitchFamily="18" charset="0"/>
                                        <a:ea typeface="Gadugi" panose="020B0502040204020203" pitchFamily="34" charset="0"/>
                                        <a:cs typeface="Arial" panose="020B0604020202020204" pitchFamily="34" charset="0"/>
                                      </a:rPr>
                                      <m:t>)</m:t>
                                    </m:r>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r>
                                      <a:rPr lang="en-US" altLang="zh-CN" i="1">
                                        <a:latin typeface="Cambria Math" panose="02040503050406030204" pitchFamily="18" charset="0"/>
                                        <a:ea typeface="Gadugi" panose="020B0502040204020203" pitchFamily="34" charset="0"/>
                                        <a:cs typeface="Arial" panose="020B0604020202020204" pitchFamily="34" charset="0"/>
                                      </a:rPr>
                                      <m:t>(</m:t>
                                    </m:r>
                                    <m:r>
                                      <a:rPr lang="zh-CN" altLang="en-US" i="1">
                                        <a:latin typeface="Cambria Math" panose="02040503050406030204" pitchFamily="18" charset="0"/>
                                        <a:ea typeface="Gadugi" panose="020B0502040204020203" pitchFamily="34" charset="0"/>
                                        <a:cs typeface="Arial" panose="020B0604020202020204" pitchFamily="34" charset="0"/>
                                      </a:rPr>
                                      <m:t>𝛾</m:t>
                                    </m:r>
                                    <m:r>
                                      <a:rPr lang="en-US" altLang="zh-CN" i="1">
                                        <a:latin typeface="Cambria Math" panose="02040503050406030204" pitchFamily="18" charset="0"/>
                                        <a:ea typeface="Gadugi" panose="020B0502040204020203" pitchFamily="34" charset="0"/>
                                        <a:cs typeface="Arial" panose="020B0604020202020204" pitchFamily="34" charset="0"/>
                                      </a:rPr>
                                      <m:t>)</m:t>
                                    </m:r>
                                  </m:e>
                                </m:mr>
                              </m:m>
                            </m:e>
                          </m:d>
                        </m:e>
                        <m:sup>
                          <m:r>
                            <a:rPr lang="en-US" altLang="zh-CN" sz="1800" i="1">
                              <a:latin typeface="Cambria Math" panose="02040503050406030204" pitchFamily="18" charset="0"/>
                              <a:ea typeface="Cambria Math" panose="02040503050406030204" pitchFamily="18" charset="0"/>
                              <a:cs typeface="Arial" panose="020B0604020202020204" pitchFamily="34" charset="0"/>
                            </a:rPr>
                            <m:t>𝑇</m:t>
                          </m:r>
                        </m:sup>
                      </m:sSup>
                      <m:d>
                        <m:dPr>
                          <m:begChr m:val="["/>
                          <m:endChr m:val="]"/>
                          <m:ctrlPr>
                            <a:rPr lang="en-US" altLang="zh-CN" sz="1800" i="1">
                              <a:latin typeface="Cambria Math" panose="02040503050406030204" pitchFamily="18" charset="0"/>
                              <a:ea typeface="Gadugi" panose="020B0502040204020203" pitchFamily="34" charset="0"/>
                              <a:cs typeface="Arial" panose="020B0604020202020204" pitchFamily="34" charset="0"/>
                            </a:rPr>
                          </m:ctrlPr>
                        </m:dPr>
                        <m:e>
                          <m:m>
                            <m:mPr>
                              <m:mcs>
                                <m:mc>
                                  <m:mcPr>
                                    <m:count m:val="3"/>
                                    <m:mcJc m:val="center"/>
                                  </m:mcPr>
                                </m:mc>
                              </m:mcs>
                              <m:ctrlPr>
                                <a:rPr lang="en-US" altLang="zh-CN" i="1">
                                  <a:latin typeface="Cambria Math" panose="02040503050406030204" pitchFamily="18" charset="0"/>
                                  <a:ea typeface="Gadugi" panose="020B0502040204020203" pitchFamily="34" charset="0"/>
                                  <a:cs typeface="Arial" panose="020B0604020202020204" pitchFamily="34" charset="0"/>
                                </a:rPr>
                              </m:ctrlPr>
                            </m:mPr>
                            <m:mr>
                              <m:e>
                                <m:r>
                                  <m:rPr>
                                    <m:brk m:alnAt="7"/>
                                  </m:rPr>
                                  <a:rPr lang="en-US" altLang="zh-CN" i="1">
                                    <a:latin typeface="Cambria Math" panose="02040503050406030204" pitchFamily="18" charset="0"/>
                                    <a:ea typeface="Gadugi" panose="020B0502040204020203" pitchFamily="34" charset="0"/>
                                    <a:cs typeface="Arial" panose="020B0604020202020204" pitchFamily="34" charset="0"/>
                                  </a:rPr>
                                  <m:t> </m:t>
                                </m:r>
                                <m:r>
                                  <a:rPr lang="en-US" altLang="zh-CN" i="1">
                                    <a:latin typeface="Cambria Math" panose="02040503050406030204" pitchFamily="18" charset="0"/>
                                    <a:ea typeface="Gadugi" panose="020B0502040204020203" pitchFamily="34" charset="0"/>
                                    <a:cs typeface="Arial" panose="020B0604020202020204" pitchFamily="34" charset="0"/>
                                  </a:rPr>
                                  <m:t> 0.6  </m:t>
                                </m:r>
                              </m:e>
                              <m:e>
                                <m:r>
                                  <a:rPr lang="en-US" altLang="zh-CN" i="1">
                                    <a:latin typeface="Cambria Math" panose="02040503050406030204" pitchFamily="18" charset="0"/>
                                    <a:ea typeface="Gadugi" panose="020B0502040204020203" pitchFamily="34" charset="0"/>
                                    <a:cs typeface="Arial" panose="020B0604020202020204" pitchFamily="34" charset="0"/>
                                  </a:rPr>
                                  <m:t>0.2</m:t>
                                </m:r>
                              </m:e>
                              <m:e>
                                <m:r>
                                  <a:rPr lang="en-US" altLang="zh-CN" i="1">
                                    <a:latin typeface="Cambria Math" panose="02040503050406030204" pitchFamily="18" charset="0"/>
                                    <a:ea typeface="Gadugi" panose="020B0502040204020203" pitchFamily="34" charset="0"/>
                                    <a:cs typeface="Arial" panose="020B0604020202020204" pitchFamily="34" charset="0"/>
                                  </a:rPr>
                                  <m:t>0.2</m:t>
                                </m:r>
                              </m:e>
                            </m:mr>
                            <m:mr>
                              <m:e>
                                <m:r>
                                  <a:rPr lang="en-US" altLang="zh-CN" i="1">
                                    <a:latin typeface="Cambria Math" panose="02040503050406030204" pitchFamily="18" charset="0"/>
                                    <a:ea typeface="Gadugi" panose="020B0502040204020203" pitchFamily="34" charset="0"/>
                                    <a:cs typeface="Arial" panose="020B0604020202020204" pitchFamily="34" charset="0"/>
                                  </a:rPr>
                                  <m:t>  0.1  </m:t>
                                </m:r>
                              </m:e>
                              <m:e>
                                <m:r>
                                  <a:rPr lang="en-US" altLang="zh-CN" i="1">
                                    <a:latin typeface="Cambria Math" panose="02040503050406030204" pitchFamily="18" charset="0"/>
                                    <a:ea typeface="Gadugi" panose="020B0502040204020203" pitchFamily="34" charset="0"/>
                                    <a:cs typeface="Arial" panose="020B0604020202020204" pitchFamily="34" charset="0"/>
                                  </a:rPr>
                                  <m:t>0.7</m:t>
                                </m:r>
                              </m:e>
                              <m:e>
                                <m:r>
                                  <a:rPr lang="en-US" altLang="zh-CN" i="1">
                                    <a:latin typeface="Cambria Math" panose="02040503050406030204" pitchFamily="18" charset="0"/>
                                    <a:ea typeface="Gadugi" panose="020B0502040204020203" pitchFamily="34" charset="0"/>
                                    <a:cs typeface="Arial" panose="020B0604020202020204" pitchFamily="34" charset="0"/>
                                  </a:rPr>
                                  <m:t>0.1</m:t>
                                </m:r>
                              </m:e>
                            </m:mr>
                            <m:mr>
                              <m:e>
                                <m:r>
                                  <a:rPr lang="en-US" altLang="zh-CN" i="1">
                                    <a:latin typeface="Cambria Math" panose="02040503050406030204" pitchFamily="18" charset="0"/>
                                    <a:ea typeface="Gadugi" panose="020B0502040204020203" pitchFamily="34" charset="0"/>
                                    <a:cs typeface="Arial" panose="020B0604020202020204" pitchFamily="34" charset="0"/>
                                  </a:rPr>
                                  <m:t>  0.1  </m:t>
                                </m:r>
                              </m:e>
                              <m:e>
                                <m:r>
                                  <a:rPr lang="en-US" altLang="zh-CN" i="1">
                                    <a:latin typeface="Cambria Math" panose="02040503050406030204" pitchFamily="18" charset="0"/>
                                    <a:ea typeface="Gadugi" panose="020B0502040204020203" pitchFamily="34" charset="0"/>
                                    <a:cs typeface="Arial" panose="020B0604020202020204" pitchFamily="34" charset="0"/>
                                  </a:rPr>
                                  <m:t>0.1</m:t>
                                </m:r>
                              </m:e>
                              <m:e>
                                <m:r>
                                  <m:rPr>
                                    <m:brk m:alnAt="7"/>
                                  </m:rPr>
                                  <a:rPr lang="en-US" altLang="zh-CN" i="1">
                                    <a:latin typeface="Cambria Math" panose="02040503050406030204" pitchFamily="18" charset="0"/>
                                    <a:ea typeface="Gadugi" panose="020B0502040204020203" pitchFamily="34" charset="0"/>
                                    <a:cs typeface="Arial" panose="020B0604020202020204" pitchFamily="34" charset="0"/>
                                  </a:rPr>
                                  <m:t>0</m:t>
                                </m:r>
                                <m:r>
                                  <a:rPr lang="en-US" altLang="zh-CN" i="1">
                                    <a:latin typeface="Cambria Math" panose="02040503050406030204" pitchFamily="18" charset="0"/>
                                    <a:ea typeface="Gadugi" panose="020B0502040204020203" pitchFamily="34" charset="0"/>
                                    <a:cs typeface="Arial" panose="020B0604020202020204" pitchFamily="34" charset="0"/>
                                  </a:rPr>
                                  <m:t>.8</m:t>
                                </m:r>
                              </m:e>
                            </m:mr>
                          </m:m>
                        </m:e>
                      </m:d>
                    </m:oMath>
                    <m:oMath xmlns:m="http://schemas.openxmlformats.org/officeDocument/2006/math">
                      <m:r>
                        <a:rPr lang="en-US" altLang="zh-CN" b="0" i="0" smtClean="0">
                          <a:latin typeface="Cambria Math" panose="02040503050406030204" pitchFamily="18" charset="0"/>
                          <a:ea typeface="Cambria Math" panose="02040503050406030204" pitchFamily="18" charset="0"/>
                          <a:cs typeface="Arial" panose="020B0604020202020204" pitchFamily="34" charset="0"/>
                        </a:rPr>
                        <m:t>                 </m:t>
                      </m:r>
                      <m:r>
                        <a:rPr lang="en-US" altLang="zh-CN" b="0" i="1" smtClean="0">
                          <a:latin typeface="Cambria Math" panose="02040503050406030204" pitchFamily="18" charset="0"/>
                          <a:ea typeface="Cambria Math" panose="02040503050406030204" pitchFamily="18" charset="0"/>
                          <a:cs typeface="Arial" panose="020B0604020202020204" pitchFamily="34" charset="0"/>
                        </a:rPr>
                        <m:t> </m:t>
                      </m:r>
                      <m:r>
                        <a:rPr lang="en-US" altLang="zh-CN" i="1">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altLang="zh-CN"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i="1">
                                  <a:latin typeface="Cambria Math" panose="02040503050406030204" pitchFamily="18" charset="0"/>
                                  <a:ea typeface="Cambria Math" panose="02040503050406030204" pitchFamily="18" charset="0"/>
                                  <a:cs typeface="Arial" panose="020B0604020202020204" pitchFamily="34" charset="0"/>
                                </a:rPr>
                              </m:ctrlPr>
                            </m:mPr>
                            <m:mr>
                              <m:e>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𝛼</m:t>
                                    </m:r>
                                  </m:e>
                                </m:d>
                                <m:r>
                                  <a:rPr lang="en-US" altLang="zh-CN" i="1">
                                    <a:latin typeface="Cambria Math" panose="02040503050406030204" pitchFamily="18" charset="0"/>
                                    <a:ea typeface="Gadugi" panose="020B0502040204020203" pitchFamily="34" charset="0"/>
                                    <a:cs typeface="Arial" panose="020B0604020202020204" pitchFamily="34" charset="0"/>
                                  </a:rPr>
                                  <m:t>=</m:t>
                                </m:r>
                                <m:r>
                                  <a:rPr lang="en-US" altLang="zh-CN" b="0" i="1" smtClean="0">
                                    <a:latin typeface="Cambria Math" panose="02040503050406030204" pitchFamily="18" charset="0"/>
                                    <a:ea typeface="Gadugi" panose="020B0502040204020203" pitchFamily="34" charset="0"/>
                                    <a:cs typeface="Arial" panose="020B0604020202020204" pitchFamily="34" charset="0"/>
                                  </a:rPr>
                                  <m:t>0.6</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𝛼</m:t>
                                    </m:r>
                                  </m:e>
                                </m:d>
                                <m:r>
                                  <a:rPr lang="en-US" altLang="zh-CN" b="0" i="1" smtClean="0">
                                    <a:latin typeface="Cambria Math" panose="02040503050406030204" pitchFamily="18" charset="0"/>
                                    <a:ea typeface="Gadugi" panose="020B0502040204020203" pitchFamily="34" charset="0"/>
                                    <a:cs typeface="Arial" panose="020B0604020202020204" pitchFamily="34" charset="0"/>
                                  </a:rPr>
                                  <m:t>+0.1</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𝛽</m:t>
                                    </m:r>
                                  </m:e>
                                </m:d>
                                <m:r>
                                  <a:rPr lang="en-US" altLang="zh-CN" b="0" i="1" smtClean="0">
                                    <a:latin typeface="Cambria Math" panose="02040503050406030204" pitchFamily="18" charset="0"/>
                                    <a:ea typeface="Gadugi" panose="020B0502040204020203" pitchFamily="34" charset="0"/>
                                    <a:cs typeface="Arial" panose="020B0604020202020204" pitchFamily="34" charset="0"/>
                                  </a:rPr>
                                  <m:t>+0.1</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𝛾</m:t>
                                    </m:r>
                                  </m:e>
                                </m:d>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𝛽</m:t>
                                    </m:r>
                                  </m:e>
                                </m:d>
                                <m:r>
                                  <a:rPr lang="en-US" altLang="zh-CN" i="1">
                                    <a:latin typeface="Cambria Math" panose="02040503050406030204" pitchFamily="18" charset="0"/>
                                    <a:ea typeface="Gadugi" panose="020B0502040204020203" pitchFamily="34" charset="0"/>
                                    <a:cs typeface="Arial" panose="020B0604020202020204" pitchFamily="34" charset="0"/>
                                  </a:rPr>
                                  <m:t>=</m:t>
                                </m:r>
                                <m:r>
                                  <a:rPr lang="en-US" altLang="zh-CN" i="1">
                                    <a:latin typeface="Cambria Math" panose="02040503050406030204" pitchFamily="18" charset="0"/>
                                    <a:ea typeface="Gadugi" panose="020B0502040204020203" pitchFamily="34" charset="0"/>
                                    <a:cs typeface="Arial" panose="020B0604020202020204" pitchFamily="34" charset="0"/>
                                  </a:rPr>
                                  <m:t>0.</m:t>
                                </m:r>
                                <m:r>
                                  <a:rPr lang="en-US" altLang="zh-CN" b="0" i="1" smtClean="0">
                                    <a:latin typeface="Cambria Math" panose="02040503050406030204" pitchFamily="18" charset="0"/>
                                    <a:ea typeface="Gadugi" panose="020B0502040204020203" pitchFamily="34" charset="0"/>
                                    <a:cs typeface="Arial" panose="020B0604020202020204" pitchFamily="34" charset="0"/>
                                  </a:rPr>
                                  <m:t>2</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𝛼</m:t>
                                    </m:r>
                                  </m:e>
                                </m:d>
                                <m:r>
                                  <a:rPr lang="en-US" altLang="zh-CN" i="1">
                                    <a:latin typeface="Cambria Math" panose="02040503050406030204" pitchFamily="18" charset="0"/>
                                    <a:ea typeface="Gadugi" panose="020B0502040204020203" pitchFamily="34" charset="0"/>
                                    <a:cs typeface="Arial" panose="020B0604020202020204" pitchFamily="34" charset="0"/>
                                  </a:rPr>
                                  <m:t>+0.</m:t>
                                </m:r>
                                <m:r>
                                  <a:rPr lang="en-US" altLang="zh-CN" b="0" i="1" smtClean="0">
                                    <a:latin typeface="Cambria Math" panose="02040503050406030204" pitchFamily="18" charset="0"/>
                                    <a:ea typeface="Gadugi" panose="020B0502040204020203" pitchFamily="34" charset="0"/>
                                    <a:cs typeface="Arial" panose="020B0604020202020204" pitchFamily="34" charset="0"/>
                                  </a:rPr>
                                  <m:t>7</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𝛽</m:t>
                                    </m:r>
                                  </m:e>
                                </m:d>
                                <m:r>
                                  <a:rPr lang="en-US" altLang="zh-CN" i="1">
                                    <a:latin typeface="Cambria Math" panose="02040503050406030204" pitchFamily="18" charset="0"/>
                                    <a:ea typeface="Gadugi" panose="020B0502040204020203" pitchFamily="34" charset="0"/>
                                    <a:cs typeface="Arial" panose="020B0604020202020204" pitchFamily="34" charset="0"/>
                                  </a:rPr>
                                  <m:t>+0.1</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𝛾</m:t>
                                    </m:r>
                                  </m:e>
                                </m:d>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𝛾</m:t>
                                    </m:r>
                                  </m:e>
                                </m:d>
                                <m:r>
                                  <a:rPr lang="en-US" altLang="zh-CN" i="1">
                                    <a:latin typeface="Cambria Math" panose="02040503050406030204" pitchFamily="18" charset="0"/>
                                    <a:ea typeface="Gadugi" panose="020B0502040204020203" pitchFamily="34" charset="0"/>
                                    <a:cs typeface="Arial" panose="020B0604020202020204" pitchFamily="34" charset="0"/>
                                  </a:rPr>
                                  <m:t>=</m:t>
                                </m:r>
                                <m:r>
                                  <a:rPr lang="en-US" altLang="zh-CN" i="1">
                                    <a:latin typeface="Cambria Math" panose="02040503050406030204" pitchFamily="18" charset="0"/>
                                    <a:ea typeface="Gadugi" panose="020B0502040204020203" pitchFamily="34" charset="0"/>
                                    <a:cs typeface="Arial" panose="020B0604020202020204" pitchFamily="34" charset="0"/>
                                  </a:rPr>
                                  <m:t>0.</m:t>
                                </m:r>
                                <m:r>
                                  <a:rPr lang="en-US" altLang="zh-CN" b="0" i="1" smtClean="0">
                                    <a:latin typeface="Cambria Math" panose="02040503050406030204" pitchFamily="18" charset="0"/>
                                    <a:ea typeface="Gadugi" panose="020B0502040204020203" pitchFamily="34" charset="0"/>
                                    <a:cs typeface="Arial" panose="020B0604020202020204" pitchFamily="34" charset="0"/>
                                  </a:rPr>
                                  <m:t>2</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𝛼</m:t>
                                    </m:r>
                                  </m:e>
                                </m:d>
                                <m:r>
                                  <a:rPr lang="en-US" altLang="zh-CN" i="1">
                                    <a:latin typeface="Cambria Math" panose="02040503050406030204" pitchFamily="18" charset="0"/>
                                    <a:ea typeface="Gadugi" panose="020B0502040204020203" pitchFamily="34" charset="0"/>
                                    <a:cs typeface="Arial" panose="020B0604020202020204" pitchFamily="34" charset="0"/>
                                  </a:rPr>
                                  <m:t>+0.1</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𝛽</m:t>
                                    </m:r>
                                  </m:e>
                                </m:d>
                                <m:r>
                                  <a:rPr lang="en-US" altLang="zh-CN" i="1">
                                    <a:latin typeface="Cambria Math" panose="02040503050406030204" pitchFamily="18" charset="0"/>
                                    <a:ea typeface="Gadugi" panose="020B0502040204020203" pitchFamily="34" charset="0"/>
                                    <a:cs typeface="Arial" panose="020B0604020202020204" pitchFamily="34" charset="0"/>
                                  </a:rPr>
                                  <m:t>+0.</m:t>
                                </m:r>
                                <m:r>
                                  <a:rPr lang="en-US" altLang="zh-CN" b="0" i="1" smtClean="0">
                                    <a:latin typeface="Cambria Math" panose="02040503050406030204" pitchFamily="18" charset="0"/>
                                    <a:ea typeface="Gadugi" panose="020B0502040204020203" pitchFamily="34" charset="0"/>
                                    <a:cs typeface="Arial" panose="020B0604020202020204" pitchFamily="34" charset="0"/>
                                  </a:rPr>
                                  <m:t>8</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𝛾</m:t>
                                    </m:r>
                                  </m:e>
                                </m:d>
                              </m:e>
                            </m:mr>
                          </m:m>
                        </m:e>
                      </m:d>
                      <m:r>
                        <a:rPr lang="en-US" altLang="zh-CN" b="0" i="1" smtClean="0">
                          <a:solidFill>
                            <a:srgbClr val="C00000"/>
                          </a:solidFill>
                          <a:latin typeface="Cambria Math" panose="02040503050406030204" pitchFamily="18" charset="0"/>
                          <a:ea typeface="Gadugi" panose="020B0502040204020203" pitchFamily="34" charset="0"/>
                          <a:cs typeface="Arial" panose="020B0604020202020204" pitchFamily="34" charset="0"/>
                        </a:rPr>
                        <m:t> </m:t>
                      </m:r>
                      <m:r>
                        <a:rPr lang="en-US" altLang="zh-CN" b="1" i="0" smtClean="0">
                          <a:solidFill>
                            <a:schemeClr val="tx1"/>
                          </a:solidFill>
                          <a:latin typeface="Cambria Math" panose="02040503050406030204" pitchFamily="18" charset="0"/>
                          <a:ea typeface="Gadugi" panose="020B0502040204020203" pitchFamily="34" charset="0"/>
                          <a:cs typeface="Arial" panose="020B0604020202020204" pitchFamily="34" charset="0"/>
                        </a:rPr>
                        <m:t>𝐚𝐧𝐝</m:t>
                      </m:r>
                      <m:r>
                        <a:rPr lang="en-US" altLang="zh-CN" b="0" i="1" smtClean="0">
                          <a:solidFill>
                            <a:srgbClr val="C00000"/>
                          </a:solidFill>
                          <a:latin typeface="Cambria Math" panose="02040503050406030204" pitchFamily="18" charset="0"/>
                          <a:ea typeface="Gadugi" panose="020B0502040204020203" pitchFamily="34" charset="0"/>
                          <a:cs typeface="Arial" panose="020B0604020202020204" pitchFamily="34" charset="0"/>
                        </a:rPr>
                        <m:t>  </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𝛼</m:t>
                          </m:r>
                        </m:e>
                      </m:d>
                      <m:r>
                        <a:rPr lang="en-US" altLang="zh-CN" i="1">
                          <a:latin typeface="Cambria Math" panose="02040503050406030204" pitchFamily="18" charset="0"/>
                          <a:ea typeface="Gadugi" panose="020B0502040204020203" pitchFamily="34" charset="0"/>
                          <a:cs typeface="Arial" panose="020B0604020202020204" pitchFamily="34" charset="0"/>
                        </a:rPr>
                        <m:t>+</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𝛽</m:t>
                          </m:r>
                        </m:e>
                      </m:d>
                      <m:r>
                        <a:rPr lang="en-US" altLang="zh-CN" i="1">
                          <a:latin typeface="Cambria Math" panose="02040503050406030204" pitchFamily="18" charset="0"/>
                          <a:ea typeface="Gadugi" panose="020B0502040204020203" pitchFamily="34" charset="0"/>
                          <a:cs typeface="Arial" panose="020B0604020202020204" pitchFamily="34" charset="0"/>
                        </a:rPr>
                        <m:t>+</m:t>
                      </m:r>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𝛾</m:t>
                          </m:r>
                        </m:e>
                      </m:d>
                      <m:r>
                        <a:rPr lang="en-US" altLang="zh-CN" i="1">
                          <a:latin typeface="Cambria Math" panose="02040503050406030204" pitchFamily="18" charset="0"/>
                          <a:ea typeface="Gadugi" panose="020B0502040204020203" pitchFamily="34" charset="0"/>
                          <a:cs typeface="Arial" panose="020B0604020202020204" pitchFamily="34" charset="0"/>
                        </a:rPr>
                        <m:t>=1</m:t>
                      </m:r>
                    </m:oMath>
                    <m:oMath xmlns:m="http://schemas.openxmlformats.org/officeDocument/2006/math">
                      <m:r>
                        <a:rPr lang="en-US" altLang="zh-CN" b="0" i="0" smtClean="0">
                          <a:latin typeface="Cambria Math" panose="02040503050406030204" pitchFamily="18" charset="0"/>
                          <a:ea typeface="Cambria Math" panose="02040503050406030204" pitchFamily="18" charset="0"/>
                          <a:cs typeface="Arial" panose="020B0604020202020204" pitchFamily="34" charset="0"/>
                        </a:rPr>
                        <m:t>                  </m:t>
                      </m:r>
                      <m:r>
                        <a:rPr lang="en-US" altLang="zh-CN" i="1">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altLang="zh-CN" i="1">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en-US" altLang="zh-CN" i="1">
                                  <a:latin typeface="Cambria Math" panose="02040503050406030204" pitchFamily="18" charset="0"/>
                                  <a:ea typeface="Cambria Math" panose="02040503050406030204" pitchFamily="18" charset="0"/>
                                  <a:cs typeface="Arial" panose="020B0604020202020204" pitchFamily="34" charset="0"/>
                                </a:rPr>
                              </m:ctrlPr>
                            </m:mPr>
                            <m:mr>
                              <m:e>
                                <m:r>
                                  <a:rPr lang="it-IT" altLang="zh-CN" i="1" smtClean="0">
                                    <a:solidFill>
                                      <a:srgbClr val="FF0000"/>
                                    </a:solidFill>
                                    <a:latin typeface="Cambria Math" panose="02040503050406030204" pitchFamily="18" charset="0"/>
                                    <a:ea typeface="Gadugi" panose="020B0502040204020203" pitchFamily="34" charset="0"/>
                                    <a:cs typeface="Arial" panose="020B0604020202020204" pitchFamily="34" charset="0"/>
                                  </a:rPr>
                                  <m:t>𝜋</m:t>
                                </m:r>
                                <m:d>
                                  <m:dPr>
                                    <m:ctrlPr>
                                      <a:rPr lang="en-US" altLang="zh-CN" i="1">
                                        <a:solidFill>
                                          <a:srgbClr val="FF0000"/>
                                        </a:solidFill>
                                        <a:latin typeface="Cambria Math" panose="02040503050406030204" pitchFamily="18" charset="0"/>
                                        <a:ea typeface="Gadugi" panose="020B0502040204020203" pitchFamily="34" charset="0"/>
                                        <a:cs typeface="Arial" panose="020B0604020202020204" pitchFamily="34" charset="0"/>
                                      </a:rPr>
                                    </m:ctrlPr>
                                  </m:dPr>
                                  <m:e>
                                    <m:r>
                                      <a:rPr lang="zh-CN" altLang="en-US" i="1">
                                        <a:solidFill>
                                          <a:srgbClr val="FF0000"/>
                                        </a:solidFill>
                                        <a:latin typeface="Cambria Math" panose="02040503050406030204" pitchFamily="18" charset="0"/>
                                        <a:ea typeface="Gadugi" panose="020B0502040204020203" pitchFamily="34" charset="0"/>
                                        <a:cs typeface="Arial" panose="020B0604020202020204" pitchFamily="34" charset="0"/>
                                      </a:rPr>
                                      <m:t>𝛼</m:t>
                                    </m:r>
                                  </m:e>
                                </m:d>
                                <m:r>
                                  <a:rPr lang="en-US" altLang="zh-CN" i="1">
                                    <a:solidFill>
                                      <a:srgbClr val="FF0000"/>
                                    </a:solidFill>
                                    <a:latin typeface="Cambria Math" panose="02040503050406030204" pitchFamily="18" charset="0"/>
                                    <a:ea typeface="Gadugi" panose="020B0502040204020203" pitchFamily="34" charset="0"/>
                                    <a:cs typeface="Arial" panose="020B0604020202020204" pitchFamily="34" charset="0"/>
                                  </a:rPr>
                                  <m:t>=</m:t>
                                </m:r>
                                <m:r>
                                  <a:rPr lang="en-US" altLang="zh-CN" b="0" i="1" smtClean="0">
                                    <a:solidFill>
                                      <a:srgbClr val="FF0000"/>
                                    </a:solidFill>
                                    <a:latin typeface="Cambria Math" panose="02040503050406030204" pitchFamily="18" charset="0"/>
                                    <a:ea typeface="Gadugi" panose="020B0502040204020203" pitchFamily="34" charset="0"/>
                                    <a:cs typeface="Arial" panose="020B0604020202020204" pitchFamily="34" charset="0"/>
                                  </a:rPr>
                                  <m:t>0.2</m:t>
                                </m:r>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𝛽</m:t>
                                    </m:r>
                                  </m:e>
                                </m:d>
                                <m:r>
                                  <a:rPr lang="en-US" altLang="zh-CN" i="1">
                                    <a:latin typeface="Cambria Math" panose="02040503050406030204" pitchFamily="18" charset="0"/>
                                    <a:ea typeface="Gadugi" panose="020B0502040204020203" pitchFamily="34" charset="0"/>
                                    <a:cs typeface="Arial" panose="020B0604020202020204" pitchFamily="34" charset="0"/>
                                  </a:rPr>
                                  <m:t>=</m:t>
                                </m:r>
                                <m:r>
                                  <a:rPr lang="en-US" altLang="zh-CN" b="0" i="1" smtClean="0">
                                    <a:latin typeface="Cambria Math" panose="02040503050406030204" pitchFamily="18" charset="0"/>
                                    <a:ea typeface="Gadugi" panose="020B0502040204020203" pitchFamily="34" charset="0"/>
                                    <a:cs typeface="Arial" panose="020B0604020202020204" pitchFamily="34" charset="0"/>
                                  </a:rPr>
                                  <m:t>0.5</m:t>
                                </m:r>
                              </m:e>
                            </m:mr>
                            <m:mr>
                              <m:e>
                                <m:r>
                                  <a:rPr lang="it-IT" altLang="zh-CN" i="1">
                                    <a:latin typeface="Cambria Math" panose="02040503050406030204" pitchFamily="18" charset="0"/>
                                    <a:ea typeface="Gadugi" panose="020B0502040204020203" pitchFamily="34" charset="0"/>
                                    <a:cs typeface="Arial" panose="020B0604020202020204" pitchFamily="34" charset="0"/>
                                  </a:rPr>
                                  <m:t>𝜋</m:t>
                                </m:r>
                                <m:d>
                                  <m:dPr>
                                    <m:ctrlPr>
                                      <a:rPr lang="en-US" altLang="zh-CN" i="1">
                                        <a:latin typeface="Cambria Math" panose="02040503050406030204" pitchFamily="18" charset="0"/>
                                        <a:ea typeface="Gadugi" panose="020B0502040204020203" pitchFamily="34" charset="0"/>
                                        <a:cs typeface="Arial" panose="020B0604020202020204" pitchFamily="34" charset="0"/>
                                      </a:rPr>
                                    </m:ctrlPr>
                                  </m:dPr>
                                  <m:e>
                                    <m:r>
                                      <a:rPr lang="zh-CN" altLang="en-US" i="1">
                                        <a:latin typeface="Cambria Math" panose="02040503050406030204" pitchFamily="18" charset="0"/>
                                        <a:ea typeface="Gadugi" panose="020B0502040204020203" pitchFamily="34" charset="0"/>
                                        <a:cs typeface="Arial" panose="020B0604020202020204" pitchFamily="34" charset="0"/>
                                      </a:rPr>
                                      <m:t>𝛾</m:t>
                                    </m:r>
                                  </m:e>
                                </m:d>
                                <m:r>
                                  <a:rPr lang="en-US" altLang="zh-CN" i="1">
                                    <a:latin typeface="Cambria Math" panose="02040503050406030204" pitchFamily="18" charset="0"/>
                                    <a:ea typeface="Gadugi" panose="020B0502040204020203" pitchFamily="34" charset="0"/>
                                    <a:cs typeface="Arial" panose="020B0604020202020204" pitchFamily="34" charset="0"/>
                                  </a:rPr>
                                  <m:t>=0.</m:t>
                                </m:r>
                                <m:r>
                                  <a:rPr lang="en-US" altLang="zh-CN" b="0" i="1" smtClean="0">
                                    <a:latin typeface="Cambria Math" panose="02040503050406030204" pitchFamily="18" charset="0"/>
                                    <a:ea typeface="Gadugi" panose="020B0502040204020203" pitchFamily="34" charset="0"/>
                                    <a:cs typeface="Arial" panose="020B0604020202020204" pitchFamily="34" charset="0"/>
                                  </a:rPr>
                                  <m:t>3</m:t>
                                </m:r>
                              </m:e>
                            </m:mr>
                          </m:m>
                        </m:e>
                      </m:d>
                    </m:oMath>
                  </m:oMathPara>
                </a14:m>
                <a:endParaRPr lang="en-US" altLang="zh-CN" sz="1800" dirty="0">
                  <a:latin typeface="Arial" panose="020B0604020202020204" pitchFamily="34" charset="0"/>
                  <a:ea typeface="Gadugi" panose="020B0502040204020203" pitchFamily="34" charset="0"/>
                  <a:cs typeface="Arial" panose="020B0604020202020204" pitchFamily="34" charset="0"/>
                </a:endParaRPr>
              </a:p>
            </p:txBody>
          </p:sp>
        </mc:Choice>
        <mc:Fallback>
          <p:sp>
            <p:nvSpPr>
              <p:cNvPr id="13" name="文本框 12">
                <a:extLst>
                  <a:ext uri="{FF2B5EF4-FFF2-40B4-BE49-F238E27FC236}">
                    <a16:creationId xmlns:a16="http://schemas.microsoft.com/office/drawing/2014/main" id="{0FF39541-0F5D-6B1F-403E-0C0CF8867AFC}"/>
                  </a:ext>
                </a:extLst>
              </p:cNvPr>
              <p:cNvSpPr txBox="1">
                <a:spLocks noRot="1" noChangeAspect="1" noMove="1" noResize="1" noEditPoints="1" noAdjustHandles="1" noChangeArrowheads="1" noChangeShapeType="1" noTextEdit="1"/>
              </p:cNvSpPr>
              <p:nvPr/>
            </p:nvSpPr>
            <p:spPr>
              <a:xfrm>
                <a:off x="285622" y="3805209"/>
                <a:ext cx="8228593" cy="2937471"/>
              </a:xfrm>
              <a:prstGeom prst="rect">
                <a:avLst/>
              </a:prstGeom>
              <a:blipFill>
                <a:blip r:embed="rId4"/>
                <a:stretch>
                  <a:fillRect/>
                </a:stretch>
              </a:blipFill>
            </p:spPr>
            <p:txBody>
              <a:bodyPr/>
              <a:lstStyle/>
              <a:p>
                <a:r>
                  <a:rPr lang="zh-CN" altLang="en-US">
                    <a:noFill/>
                  </a:rPr>
                  <a:t> </a:t>
                </a:r>
              </a:p>
            </p:txBody>
          </p:sp>
        </mc:Fallback>
      </mc:AlternateContent>
      <p:sp>
        <p:nvSpPr>
          <p:cNvPr id="16" name="Rectangle 2">
            <a:extLst>
              <a:ext uri="{FF2B5EF4-FFF2-40B4-BE49-F238E27FC236}">
                <a16:creationId xmlns:a16="http://schemas.microsoft.com/office/drawing/2014/main" id="{0678647C-A519-AED8-6F5C-9BD593F9A4F1}"/>
              </a:ext>
            </a:extLst>
          </p:cNvPr>
          <p:cNvSpPr>
            <a:spLocks noChangeArrowheads="1"/>
          </p:cNvSpPr>
          <p:nvPr/>
        </p:nvSpPr>
        <p:spPr bwMode="auto">
          <a:xfrm>
            <a:off x="5270414" y="6026679"/>
            <a:ext cx="2190121" cy="49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dirty="0">
                <a:solidFill>
                  <a:srgbClr val="7030A0"/>
                </a:solidFill>
                <a:latin typeface="Arial" panose="020B0604020202020204" pitchFamily="34" charset="0"/>
                <a:ea typeface="Gadugi" panose="020B0502040204020203" pitchFamily="34" charset="0"/>
                <a:cs typeface="Arial" panose="020B0604020202020204" pitchFamily="34" charset="0"/>
              </a:rPr>
              <a:t>So it’s 20% time.</a:t>
            </a:r>
          </a:p>
        </p:txBody>
      </p:sp>
    </p:spTree>
    <p:extLst>
      <p:ext uri="{BB962C8B-B14F-4D97-AF65-F5344CB8AC3E}">
        <p14:creationId xmlns:p14="http://schemas.microsoft.com/office/powerpoint/2010/main" val="2225550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82016-33DF-333B-7018-219D6E80A1A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1156F4D-6288-C769-8713-A2F54654B61D}"/>
              </a:ext>
            </a:extLst>
          </p:cNvPr>
          <p:cNvSpPr>
            <a:spLocks noChangeArrowheads="1"/>
          </p:cNvSpPr>
          <p:nvPr/>
        </p:nvSpPr>
        <p:spPr bwMode="auto">
          <a:xfrm>
            <a:off x="1975144" y="2967335"/>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spTree>
    <p:extLst>
      <p:ext uri="{BB962C8B-B14F-4D97-AF65-F5344CB8AC3E}">
        <p14:creationId xmlns:p14="http://schemas.microsoft.com/office/powerpoint/2010/main" val="2431476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05121-2B5A-9369-95AF-D3F323E73A0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57F9F34-B7D7-AFA0-D23F-69747AEDD894}"/>
              </a:ext>
            </a:extLst>
          </p:cNvPr>
          <p:cNvSpPr>
            <a:spLocks noChangeArrowheads="1"/>
          </p:cNvSpPr>
          <p:nvPr/>
        </p:nvSpPr>
        <p:spPr bwMode="auto">
          <a:xfrm>
            <a:off x="2075364" y="19562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pic>
        <p:nvPicPr>
          <p:cNvPr id="6" name="图片 5">
            <a:extLst>
              <a:ext uri="{FF2B5EF4-FFF2-40B4-BE49-F238E27FC236}">
                <a16:creationId xmlns:a16="http://schemas.microsoft.com/office/drawing/2014/main" id="{8C206C9B-1809-A220-771D-9A8B841F5435}"/>
              </a:ext>
            </a:extLst>
          </p:cNvPr>
          <p:cNvPicPr>
            <a:picLocks noChangeAspect="1"/>
          </p:cNvPicPr>
          <p:nvPr/>
        </p:nvPicPr>
        <p:blipFill>
          <a:blip r:embed="rId2"/>
          <a:stretch>
            <a:fillRect/>
          </a:stretch>
        </p:blipFill>
        <p:spPr>
          <a:xfrm>
            <a:off x="711235" y="1192835"/>
            <a:ext cx="10769530" cy="5469542"/>
          </a:xfrm>
          <a:prstGeom prst="rect">
            <a:avLst/>
          </a:prstGeom>
        </p:spPr>
      </p:pic>
    </p:spTree>
    <p:extLst>
      <p:ext uri="{BB962C8B-B14F-4D97-AF65-F5344CB8AC3E}">
        <p14:creationId xmlns:p14="http://schemas.microsoft.com/office/powerpoint/2010/main" val="3643612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EA46-10AE-4A3A-E1FF-F28903960ED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7859B4-5AAA-FD9F-E0F8-A9BDE228C181}"/>
              </a:ext>
            </a:extLst>
          </p:cNvPr>
          <p:cNvSpPr>
            <a:spLocks noChangeArrowheads="1"/>
          </p:cNvSpPr>
          <p:nvPr/>
        </p:nvSpPr>
        <p:spPr bwMode="auto">
          <a:xfrm>
            <a:off x="2075364" y="19562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pic>
        <p:nvPicPr>
          <p:cNvPr id="7" name="图片 6">
            <a:extLst>
              <a:ext uri="{FF2B5EF4-FFF2-40B4-BE49-F238E27FC236}">
                <a16:creationId xmlns:a16="http://schemas.microsoft.com/office/drawing/2014/main" id="{5C15F024-475B-3EE0-3D61-E829FC798017}"/>
              </a:ext>
            </a:extLst>
          </p:cNvPr>
          <p:cNvPicPr>
            <a:picLocks noChangeAspect="1"/>
          </p:cNvPicPr>
          <p:nvPr/>
        </p:nvPicPr>
        <p:blipFill>
          <a:blip r:embed="rId2"/>
          <a:stretch>
            <a:fillRect/>
          </a:stretch>
        </p:blipFill>
        <p:spPr>
          <a:xfrm>
            <a:off x="2793187" y="1529229"/>
            <a:ext cx="9398813" cy="2792236"/>
          </a:xfrm>
          <a:prstGeom prst="rect">
            <a:avLst/>
          </a:prstGeom>
        </p:spPr>
      </p:pic>
      <p:pic>
        <p:nvPicPr>
          <p:cNvPr id="9" name="图片 8">
            <a:extLst>
              <a:ext uri="{FF2B5EF4-FFF2-40B4-BE49-F238E27FC236}">
                <a16:creationId xmlns:a16="http://schemas.microsoft.com/office/drawing/2014/main" id="{B3B218E0-B009-CECB-6BE5-F3F987506A4B}"/>
              </a:ext>
            </a:extLst>
          </p:cNvPr>
          <p:cNvPicPr>
            <a:picLocks noChangeAspect="1"/>
          </p:cNvPicPr>
          <p:nvPr/>
        </p:nvPicPr>
        <p:blipFill>
          <a:blip r:embed="rId3"/>
          <a:stretch>
            <a:fillRect/>
          </a:stretch>
        </p:blipFill>
        <p:spPr>
          <a:xfrm>
            <a:off x="3701090" y="4598369"/>
            <a:ext cx="1642408" cy="1742964"/>
          </a:xfrm>
          <a:prstGeom prst="rect">
            <a:avLst/>
          </a:prstGeom>
        </p:spPr>
      </p:pic>
      <p:pic>
        <p:nvPicPr>
          <p:cNvPr id="11" name="图片 10">
            <a:extLst>
              <a:ext uri="{FF2B5EF4-FFF2-40B4-BE49-F238E27FC236}">
                <a16:creationId xmlns:a16="http://schemas.microsoft.com/office/drawing/2014/main" id="{13630A87-F5E4-0F57-1A97-76A273E98F43}"/>
              </a:ext>
            </a:extLst>
          </p:cNvPr>
          <p:cNvPicPr>
            <a:picLocks noChangeAspect="1"/>
          </p:cNvPicPr>
          <p:nvPr/>
        </p:nvPicPr>
        <p:blipFill>
          <a:blip r:embed="rId4"/>
          <a:stretch>
            <a:fillRect/>
          </a:stretch>
        </p:blipFill>
        <p:spPr>
          <a:xfrm>
            <a:off x="7662373" y="4696581"/>
            <a:ext cx="914479" cy="1557385"/>
          </a:xfrm>
          <a:prstGeom prst="rect">
            <a:avLst/>
          </a:prstGeom>
        </p:spPr>
      </p:pic>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693463E4-ADA2-C539-7691-169F5614C27F}"/>
                  </a:ext>
                </a:extLst>
              </p:cNvPr>
              <p:cNvSpPr txBox="1"/>
              <p:nvPr/>
            </p:nvSpPr>
            <p:spPr>
              <a:xfrm>
                <a:off x="5519652" y="5285185"/>
                <a:ext cx="196656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zh-CN" altLang="en-US" dirty="0">
                  <a:solidFill>
                    <a:srgbClr val="0000FF"/>
                  </a:solidFill>
                </a:endParaRPr>
              </a:p>
            </p:txBody>
          </p:sp>
        </mc:Choice>
        <mc:Fallback>
          <p:sp>
            <p:nvSpPr>
              <p:cNvPr id="13" name="文本框 12">
                <a:extLst>
                  <a:ext uri="{FF2B5EF4-FFF2-40B4-BE49-F238E27FC236}">
                    <a16:creationId xmlns:a16="http://schemas.microsoft.com/office/drawing/2014/main" id="{693463E4-ADA2-C539-7691-169F5614C27F}"/>
                  </a:ext>
                </a:extLst>
              </p:cNvPr>
              <p:cNvSpPr txBox="1">
                <a:spLocks noRot="1" noChangeAspect="1" noMove="1" noResize="1" noEditPoints="1" noAdjustHandles="1" noChangeArrowheads="1" noChangeShapeType="1" noTextEdit="1"/>
              </p:cNvSpPr>
              <p:nvPr/>
            </p:nvSpPr>
            <p:spPr>
              <a:xfrm>
                <a:off x="5519652" y="5285185"/>
                <a:ext cx="1966566" cy="369332"/>
              </a:xfrm>
              <a:prstGeom prst="rect">
                <a:avLst/>
              </a:prstGeom>
              <a:blipFill>
                <a:blip r:embed="rId5"/>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94E3309-01EA-10FE-570A-6214E8B4751C}"/>
              </a:ext>
            </a:extLst>
          </p:cNvPr>
          <p:cNvPicPr>
            <a:picLocks noChangeAspect="1"/>
          </p:cNvPicPr>
          <p:nvPr/>
        </p:nvPicPr>
        <p:blipFill>
          <a:blip r:embed="rId6"/>
          <a:stretch>
            <a:fillRect/>
          </a:stretch>
        </p:blipFill>
        <p:spPr>
          <a:xfrm>
            <a:off x="326295" y="2447057"/>
            <a:ext cx="2723488" cy="2792236"/>
          </a:xfrm>
          <a:prstGeom prst="rect">
            <a:avLst/>
          </a:prstGeom>
        </p:spPr>
      </p:pic>
    </p:spTree>
    <p:extLst>
      <p:ext uri="{BB962C8B-B14F-4D97-AF65-F5344CB8AC3E}">
        <p14:creationId xmlns:p14="http://schemas.microsoft.com/office/powerpoint/2010/main" val="2841575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8636B-4679-203E-9EA7-58FD43004E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564D923-E97C-0AE1-A130-997E013A4568}"/>
              </a:ext>
            </a:extLst>
          </p:cNvPr>
          <p:cNvSpPr>
            <a:spLocks noChangeArrowheads="1"/>
          </p:cNvSpPr>
          <p:nvPr/>
        </p:nvSpPr>
        <p:spPr bwMode="auto">
          <a:xfrm>
            <a:off x="2075364" y="19562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pic>
        <p:nvPicPr>
          <p:cNvPr id="4" name="图片 3">
            <a:extLst>
              <a:ext uri="{FF2B5EF4-FFF2-40B4-BE49-F238E27FC236}">
                <a16:creationId xmlns:a16="http://schemas.microsoft.com/office/drawing/2014/main" id="{C254D0A3-BEE4-FAED-2670-E5394FDC42CC}"/>
              </a:ext>
            </a:extLst>
          </p:cNvPr>
          <p:cNvPicPr>
            <a:picLocks noChangeAspect="1"/>
          </p:cNvPicPr>
          <p:nvPr/>
        </p:nvPicPr>
        <p:blipFill>
          <a:blip r:embed="rId2"/>
          <a:stretch>
            <a:fillRect/>
          </a:stretch>
        </p:blipFill>
        <p:spPr>
          <a:xfrm>
            <a:off x="1688873" y="1721284"/>
            <a:ext cx="8814253" cy="3524431"/>
          </a:xfrm>
          <a:prstGeom prst="rect">
            <a:avLst/>
          </a:prstGeom>
        </p:spPr>
      </p:pic>
      <p:pic>
        <p:nvPicPr>
          <p:cNvPr id="5" name="图片 4">
            <a:extLst>
              <a:ext uri="{FF2B5EF4-FFF2-40B4-BE49-F238E27FC236}">
                <a16:creationId xmlns:a16="http://schemas.microsoft.com/office/drawing/2014/main" id="{A262EDDA-EB61-B583-EB43-0947A302DE87}"/>
              </a:ext>
            </a:extLst>
          </p:cNvPr>
          <p:cNvPicPr>
            <a:picLocks noChangeAspect="1"/>
          </p:cNvPicPr>
          <p:nvPr/>
        </p:nvPicPr>
        <p:blipFill>
          <a:blip r:embed="rId3"/>
          <a:stretch>
            <a:fillRect/>
          </a:stretch>
        </p:blipFill>
        <p:spPr>
          <a:xfrm>
            <a:off x="1688873" y="2556058"/>
            <a:ext cx="2723488" cy="2792236"/>
          </a:xfrm>
          <a:prstGeom prst="rect">
            <a:avLst/>
          </a:prstGeom>
        </p:spPr>
      </p:pic>
    </p:spTree>
    <p:extLst>
      <p:ext uri="{BB962C8B-B14F-4D97-AF65-F5344CB8AC3E}">
        <p14:creationId xmlns:p14="http://schemas.microsoft.com/office/powerpoint/2010/main" val="1997172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AFC89-DDA0-C2EC-A0C6-095862A353D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F0ED26A-2939-B27D-525B-F352A36D79CC}"/>
              </a:ext>
            </a:extLst>
          </p:cNvPr>
          <p:cNvSpPr>
            <a:spLocks noChangeArrowheads="1"/>
          </p:cNvSpPr>
          <p:nvPr/>
        </p:nvSpPr>
        <p:spPr bwMode="auto">
          <a:xfrm>
            <a:off x="2075364" y="19562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pic>
        <p:nvPicPr>
          <p:cNvPr id="2" name="图片 1">
            <a:extLst>
              <a:ext uri="{FF2B5EF4-FFF2-40B4-BE49-F238E27FC236}">
                <a16:creationId xmlns:a16="http://schemas.microsoft.com/office/drawing/2014/main" id="{6D34B802-DF4F-D8E3-4FBC-83DFB24EF262}"/>
              </a:ext>
            </a:extLst>
          </p:cNvPr>
          <p:cNvPicPr>
            <a:picLocks noChangeAspect="1"/>
          </p:cNvPicPr>
          <p:nvPr/>
        </p:nvPicPr>
        <p:blipFill>
          <a:blip r:embed="rId2"/>
          <a:stretch>
            <a:fillRect/>
          </a:stretch>
        </p:blipFill>
        <p:spPr>
          <a:xfrm>
            <a:off x="0" y="1592781"/>
            <a:ext cx="12192000" cy="3672438"/>
          </a:xfrm>
          <a:prstGeom prst="rect">
            <a:avLst/>
          </a:prstGeom>
        </p:spPr>
      </p:pic>
    </p:spTree>
    <p:extLst>
      <p:ext uri="{BB962C8B-B14F-4D97-AF65-F5344CB8AC3E}">
        <p14:creationId xmlns:p14="http://schemas.microsoft.com/office/powerpoint/2010/main" val="2960859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493EE-05C0-EDCF-7E7A-49BBD7D3B5C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06F1BDE-A869-5D3D-3F53-5BCC0E7DA26E}"/>
              </a:ext>
            </a:extLst>
          </p:cNvPr>
          <p:cNvSpPr>
            <a:spLocks noChangeArrowheads="1"/>
          </p:cNvSpPr>
          <p:nvPr/>
        </p:nvSpPr>
        <p:spPr bwMode="auto">
          <a:xfrm>
            <a:off x="2075364" y="19562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pic>
        <p:nvPicPr>
          <p:cNvPr id="5" name="图片 4">
            <a:extLst>
              <a:ext uri="{FF2B5EF4-FFF2-40B4-BE49-F238E27FC236}">
                <a16:creationId xmlns:a16="http://schemas.microsoft.com/office/drawing/2014/main" id="{AD345F94-F703-F894-5486-A5F51C4259CE}"/>
              </a:ext>
            </a:extLst>
          </p:cNvPr>
          <p:cNvPicPr>
            <a:picLocks noChangeAspect="1"/>
          </p:cNvPicPr>
          <p:nvPr/>
        </p:nvPicPr>
        <p:blipFill>
          <a:blip r:embed="rId2"/>
          <a:stretch>
            <a:fillRect/>
          </a:stretch>
        </p:blipFill>
        <p:spPr>
          <a:xfrm>
            <a:off x="0" y="1306368"/>
            <a:ext cx="12192000" cy="4245263"/>
          </a:xfrm>
          <a:prstGeom prst="rect">
            <a:avLst/>
          </a:prstGeom>
        </p:spPr>
      </p:pic>
    </p:spTree>
    <p:extLst>
      <p:ext uri="{BB962C8B-B14F-4D97-AF65-F5344CB8AC3E}">
        <p14:creationId xmlns:p14="http://schemas.microsoft.com/office/powerpoint/2010/main" val="1992140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D1B72-98AF-31CF-6EBB-E57FE78C76B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E837595-BA82-3FD1-3C3F-1CA6DF26349E}"/>
              </a:ext>
            </a:extLst>
          </p:cNvPr>
          <p:cNvSpPr>
            <a:spLocks noChangeArrowheads="1"/>
          </p:cNvSpPr>
          <p:nvPr/>
        </p:nvSpPr>
        <p:spPr bwMode="auto">
          <a:xfrm>
            <a:off x="2075364" y="195623"/>
            <a:ext cx="8241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zh-CN" sz="5400" cap="all" dirty="0">
                <a:latin typeface="Arial" panose="020B0604020202020204" pitchFamily="34" charset="0"/>
                <a:cs typeface="Arial" panose="020B0604020202020204" pitchFamily="34" charset="0"/>
              </a:rPr>
              <a:t>homework 04</a:t>
            </a:r>
          </a:p>
        </p:txBody>
      </p:sp>
      <p:pic>
        <p:nvPicPr>
          <p:cNvPr id="4" name="图片 3">
            <a:extLst>
              <a:ext uri="{FF2B5EF4-FFF2-40B4-BE49-F238E27FC236}">
                <a16:creationId xmlns:a16="http://schemas.microsoft.com/office/drawing/2014/main" id="{F95B07F8-BE3C-8F4C-E331-6D48BEBA6C98}"/>
              </a:ext>
            </a:extLst>
          </p:cNvPr>
          <p:cNvPicPr>
            <a:picLocks noChangeAspect="1"/>
          </p:cNvPicPr>
          <p:nvPr/>
        </p:nvPicPr>
        <p:blipFill>
          <a:blip r:embed="rId2"/>
          <a:stretch>
            <a:fillRect/>
          </a:stretch>
        </p:blipFill>
        <p:spPr>
          <a:xfrm>
            <a:off x="0" y="1454938"/>
            <a:ext cx="12192000" cy="3948123"/>
          </a:xfrm>
          <a:prstGeom prst="rect">
            <a:avLst/>
          </a:prstGeom>
        </p:spPr>
      </p:pic>
    </p:spTree>
    <p:extLst>
      <p:ext uri="{BB962C8B-B14F-4D97-AF65-F5344CB8AC3E}">
        <p14:creationId xmlns:p14="http://schemas.microsoft.com/office/powerpoint/2010/main" val="37567113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4885</TotalTime>
  <Words>939</Words>
  <Application>Microsoft Office PowerPoint</Application>
  <PresentationFormat>宽屏</PresentationFormat>
  <Paragraphs>126</Paragraphs>
  <Slides>20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等线</vt:lpstr>
      <vt:lpstr>等线 Light</vt:lpstr>
      <vt:lpstr>Arial</vt:lpstr>
      <vt:lpstr>Cambria</vt:lpstr>
      <vt:lpstr>Cambria Math</vt:lpstr>
      <vt:lpstr>Gadugi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Daize Dong</dc:creator>
  <cp:lastModifiedBy>Daize Dong</cp:lastModifiedBy>
  <cp:revision>4</cp:revision>
  <dcterms:created xsi:type="dcterms:W3CDTF">2025-09-13T19:53:28Z</dcterms:created>
  <dcterms:modified xsi:type="dcterms:W3CDTF">2025-11-18T01:08:40Z</dcterms:modified>
</cp:coreProperties>
</file>